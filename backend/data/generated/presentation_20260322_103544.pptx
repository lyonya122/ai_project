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Карате - это не просто боевое искусство, но и философия, основанная на уважении и дисциплине. В этом слайде мы рассмотрим, как карате развивалось на протяжении веков и какие стили существуют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Эффективное преподавание карате требует глубокого понимания техники и методики. В данном разделе мы обсудим ключевые техники, а также подходы к обучению, которые помогут мотивировать учеников и развивать их навыки.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Карате способствует не только физическому развитию, но и формированию важных личностных качеств. Мы рассмотрим, как занятия карате помогают развивать дисциплину, самоконтроль и социальные навыки.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успешного преподавания карате важно создать атмосферу доверия и поддержки. В этом слайде я предложу рекомендации, которые помогут преподавателям эффективно работать с учениками и развиваться самим.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515600" cy="43891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9692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5722"/>
                </a:solidFill>
                <a:latin typeface="Arial"/>
              </a:defRPr>
            </a:pPr>
            <a:r>
              <a:t>Карате: Искусство и Дисциплина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  <a:latin typeface="Arial"/>
              </a:defRPr>
            </a:pPr>
            <a:r>
              <a:t>Обзор и Рекомендации для Преподавателей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CAF50"/>
                </a:solidFill>
                <a:latin typeface="Arial"/>
              </a:defRPr>
            </a:pPr>
            <a:r>
              <a:t>Style: karate_professional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121"/>
                </a:solidFill>
                <a:latin typeface="Arial"/>
              </a:defRPr>
            </a:pPr>
            <a:r>
              <a:t>Введение в Карате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Определение карате как боевого искусства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Исторические корни и развитие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Основные стили и направления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FFC107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722"/>
                </a:solidFill>
                <a:latin typeface="Arial"/>
              </a:defRPr>
            </a:pPr>
            <a:r>
              <a:t>карате, история</a:t>
            </a:r>
          </a:p>
          <a:p>
            <a:pPr>
              <a:defRPr sz="1400">
                <a:solidFill>
                  <a:srgbClr val="212121"/>
                </a:solidFill>
                <a:latin typeface="Arial"/>
              </a:defRPr>
            </a:pPr>
            <a:r>
              <a:t>Картинка с каратистом в боевой позе на фоне гор, символизирующих силу и стойкость.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121"/>
                </a:solidFill>
                <a:latin typeface="Arial"/>
              </a:defRPr>
            </a:pPr>
            <a:r>
              <a:t>Техника и Методика Обучения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C107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Основные техники ударов и блоков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Методы обучения и тренировки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Психология и мотивация учеников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FFC107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722"/>
                </a:solidFill>
                <a:latin typeface="Arial"/>
              </a:defRPr>
            </a:pPr>
            <a:r>
              <a:t>техника, обучение</a:t>
            </a:r>
          </a:p>
          <a:p>
            <a:pPr>
              <a:defRPr sz="1400">
                <a:solidFill>
                  <a:srgbClr val="212121"/>
                </a:solidFill>
                <a:latin typeface="Arial"/>
              </a:defRPr>
            </a:pPr>
            <a:r>
              <a:t>Изображение тренировки карате с акцентом на техники ударов и блоков, возможно, с учениками и преподавателем, подчеркивающее взаимодействие.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12121"/>
                </a:solidFill>
                <a:latin typeface="Arial"/>
              </a:defRPr>
            </a:pPr>
            <a:r>
              <a:t>Польза Карате для Развития Личности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Физическая подготовка и здоровье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Развитие дисциплины и самоконтроля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Arial"/>
              </a:defRPr>
            </a:pPr>
            <a:r>
              <a:t>Социальные навыки и командный дух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FFC107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5722"/>
                </a:solidFill>
                <a:latin typeface="Arial"/>
              </a:defRPr>
            </a:pPr>
            <a:r>
              <a:t>развитие, личность</a:t>
            </a:r>
          </a:p>
          <a:p>
            <a:pPr>
              <a:defRPr sz="1400">
                <a:solidFill>
                  <a:srgbClr val="212121"/>
                </a:solidFill>
                <a:latin typeface="Arial"/>
              </a:defRPr>
            </a:pPr>
            <a:r>
              <a:t>Картинка, показывающая группу детей, занимающихся карате, с акцентом на командный дух и взаимодействие, возможно, в процессе совместной тренировки.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Рекомендации для Преподавателей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  <a:latin typeface="Arial"/>
              </a:defRPr>
            </a:pPr>
            <a:r>
              <a:t>Изображение преподавателя, работающего с учениками в дружелюбной атмосфере, символизирующей поддержку и развитие, с текстом рекомендаций на фоне.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24688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  <a:latin typeface="Arial"/>
              </a:defRPr>
            </a:pPr>
            <a:r>
              <a:t>Создание безопасной и поддерживающей среды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Индивидуальный подход к ученикам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Постоянное развитие и обучение преподавателей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