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представляет собой использование источников энергии с низким уровнем выбросов углерода. В условиях глобального изменения климата, переход на такие источники становится не только необходимым, но и выгодным.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последние годы наблюдается активное развитие технологий, которые позволяют эффективно использовать зеленую энергетику. Водородные технологии и умные сети становятся ключевыми элементами в будущем энергетики.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зеленую энергетику предоставляет множество преимуществ, включая снижение негативного воздействия на окружающую среду. Это также способствует повышению энергетической безопасности стран и улучшению качества жизни.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Инвестиции в зеленую энергетику открывают новые возможности для экономического роста. Развитие новых технологий и создание рабочих мест способствуют укреплению позиций стран на международной арене.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Рынок зеленой энергетики демонстрирует устойчивый рост, привлекая все больше инвестиций. Анализ ключевых игроков показывает, что стратегии их развития становятся все более инновационными.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перспективы, инвесторы сталкиваются с рядом рисков, включая изменения в законодательстве и технологические вызовы. Конкуренция с традиционными источниками энергии также представляет собой серьезный вызов.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успешных инвестиций в зеленую энергетику важно диверсифицировать портфель и сосредоточиться на инновационных технологиях. Сотрудничество с различными инициативами может значительно повысить шансы на успех.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Инвестиции в зеленую энергетику являются не только необходимостью, но и возможностью для получения прибыли. Призываем инвесторов обратить внимание на этот перспективный сектор и активно участвовать в его развитии.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Инвестиции в зеленую энергетику: Будущее устойчивого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Потенциал и возможности для инвесторов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зеленую энергетику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Определение зеленой энергетики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Основные источники: солнечная, ветровая, гидро-, геотермальная энергия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Растущая значимость в контексте изменения климата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Влияние на экологическую устойчивость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Минималистичное изображение солнечной панели на фоне чистого неба с легкими облаками.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111827"/>
                </a:solidFill>
              </a:defRPr>
            </a:pPr>
            <a:r>
              <a:t>Текущие тренды в зеленой энергетике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Развитие батарей и умных сетей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t>Водородные технологии как будуще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Развитие батарей и умных сетей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Водородные технологии как будущее энергетики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Цифровое управление энергосистемами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Интеграция возобновляемых источников в традиционные сети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3B0764"/>
                </a:solidFill>
              </a:defRPr>
            </a:pPr>
            <a:r>
              <a:t>Преимущества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3B0764"/>
                </a:solidFill>
              </a:defRPr>
            </a:pPr>
            <a:r>
              <a:t>Снижение выбросов парниковых газов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4617720" cy="1234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3B0764"/>
                </a:solidFill>
              </a:defRPr>
            </a:pPr>
            <a:r>
              <a:t>Уменьшение зависимости от ископаемого топлива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3B0764"/>
                </a:solidFill>
              </a:defRPr>
            </a:pPr>
            <a:r>
              <a:t>Рост энергетической безопасности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4617720" cy="1234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3B0764"/>
                </a:solidFill>
              </a:defRPr>
            </a:pPr>
            <a:r>
              <a:t>Улучшение качества жизни населения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Экономические перспективы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Создание новых рабочих мест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Развитие новых технологических 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Создание новых рабочих мест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Развитие новых технологических отраслей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Увеличение конкурентоспособности стран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Привлечение инвестиций в инновации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111827"/>
                </a:solidFill>
              </a:defRPr>
            </a:pPr>
            <a:r>
              <a:t>Рынок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526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526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Подход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Подход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Рост инвестиций в сектор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Прогнозы роста рынка на ближайшие годы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Анализ ключевых игроков и их стратегий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52928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Конкуренция между игроками на рынке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Риски и вызовы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10241280" cy="18288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542032"/>
            <a:ext cx="91440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300" b="1">
                <a:solidFill>
                  <a:srgbClr val="0F172A"/>
                </a:solidFill>
              </a:defRPr>
            </a:pPr>
            <a:r>
              <a:t>Регуляторные изменения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111827"/>
                </a:solidFill>
              </a:defRPr>
            </a:pPr>
            <a:r>
              <a:t>Рекомендации для инвесторов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Диверсификация портфеля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Фокус на инновационных технологиях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Сотрудничество с государственными и частными инициативами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11827"/>
                </a:solidFill>
              </a:defRPr>
            </a:pPr>
            <a:r>
              <a:t>• Оценка долгосрочных рисков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64E3B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64E3B"/>
                </a:solidFill>
              </a:defRPr>
            </a:pPr>
            <a:r>
              <a:t>Зеленая энергетика как ключ к устойчивому будущему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166534"/>
                </a:solidFill>
              </a:defRPr>
            </a:pPr>
            <a:r>
              <a:t>Возможности для роста и прибыли • Призыв к действию для инвесторов • Необходимость инвестиций в инновации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