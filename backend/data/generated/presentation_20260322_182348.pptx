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представляет собой использование источников энергии, которые минимизируют выбросы углерода. Основные источники включают солнечную, ветровую и гидроэнергетику, которые играют ключевую роль в устойчивом развитии и борьбе с климатическими изменениями.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на зеленую энергетику необходим для снижения выбросов парниковых газов и уменьшения зависимости от ископаемого топлива. Это также способствует росту энергетической безопасности и поддерживает устойчивый экономический рост.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Современные тренды в зеленой энергетике включают развитие батарей и умных сетей, что позволяет эффективно управлять энергопотреблением. Водородные технологии также становятся все более актуальными, а цифровое управление энергосистемами обеспечивает интеграцию возобновляемых источников.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на зеленую энергетику приносит множество преимуществ, включая экологические выгоды и экономическую эффективность. Кроме того, он способствует созданию новых рабочих мест и улучшению качества жизни населения.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Несмотря на преимущества, переход на зеленую энергетику сталкивается с вызовами, такими как необходимость значительных инвестиций и технологические барьеры. Также важно учитывать экологические последствия и социальные факторы, которые могут повлиять на реализацию проектов.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Реальные примеры успешных проектов в зеленой энергетике показывают их прикладную ценность. Эти проекты не только улучшают экономические показатели, но и оказывают положительное социальное воздействие на местные сообщества.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успешного внедрения зеленой энергетики необходимо разработать четкие стратегии и наладить сотрудничество с государственными органами. Также важно обучать и информировать население о преимуществах зеленой энергетики.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мы подводим итоги и подчеркиваем важность перехода на зеленую энергетику. Призыв к действию для всех заинтересованных сторон является ключевым для достижения устойчивого будущего в энергетическом секторе.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000" b="1">
                <a:solidFill>
                  <a:srgbClr val="064E3B"/>
                </a:solidFill>
              </a:defRPr>
            </a:pPr>
            <a:r>
              <a:t>Зеленая энергия: Перспективы и прикладная ценность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Защита проекта перед преподавателем и комиссией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зеленую энергетику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Определение зеленой энергетики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Основные источники: солнечная, ветровая, гидроэнергетика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Роль в устойчивом развитии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Влияние на климатические изменения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Причины развития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Снижение выбросов парниковых газов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Уменьшение зависимости от ископаемого топлива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Рост энергетической безопасности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Поддержка устойчивого экономического роста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Текущие тренды в зеленой энергетике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Развитие батарей и умных сетей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Водородные технологии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Развитие батарей и умных сетей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Водородные технологии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Цифровое управление энергосистемами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Интеграция возобновляемых источников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Преимущества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89320" y="1737360"/>
            <a:ext cx="5029200" cy="4160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3474720"/>
            <a:ext cx="3931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Иллюстрация недоступна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Экологические выгоды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Экономическая эффективность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Создание новых рабочих мест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Улучшение качества жизни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Вызовы и риски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Необходимость инвестиций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Технологические барьеры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Необходимость инвестиций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Технологические барьеры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Экологические последствия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Социальные и политические факторы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Прикладная ценность проектов в зеленой энергетике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4617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947672"/>
            <a:ext cx="42062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Успешные кейсы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461772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7" y="1947672"/>
            <a:ext cx="42062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Экономические показатели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37560"/>
            <a:ext cx="4617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502152"/>
            <a:ext cx="42062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Социальное воздействие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337560"/>
            <a:ext cx="461772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3502152"/>
            <a:ext cx="42062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Влияние на местные сообщества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Рекомендации по внедрению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89320" y="1737360"/>
            <a:ext cx="5029200" cy="4160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3474720"/>
            <a:ext cx="3931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Иллюстрация недоступна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Разработка стратегий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Сотрудничество с государственными органами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Обучение и информирование населения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Создание партнерств с бизнесом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Заключение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Краткое резюме основных идей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</a:defRPr>
            </a:pPr>
            <a:r>
              <a:t>Важность перехода на зеленую энергетику • Призыв к действию для заинтересованных сторон • Будущее зеленой энергетики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