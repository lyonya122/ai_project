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Данный проект направлен на решение актуальной проблемы создания презентаций. Мы стремимся предложить инструмент, который облегчит жизнь преподавателям и повысит качество образовательного процесса.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Современное образование активно интегрирует технологии, и искусственный интеллект становится важным инструментом. Мы наблюдаем рост интереса к персонализированному обучению, что делает наш проект особенно актуальным.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Традиционные методы создания презентаций имеют множество ограничений. Они требуют много времени и ресурсов, что может негативно сказаться на качестве образовательного процесса.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Наше AI-приложение предлагает инновационное решение для создания презентаций. Оно автоматизирует рутинные задачи и предоставляет персонализированные рекомендации, что значительно упрощает работу преподавателей.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Применение искусственного интеллекта в образовательном процессе позволяет значительно повысить эффективность работы преподавателей. Это сокращает время на подготовку материалов и улучшает качество контента.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Несмотря на преимущества, использование AI также связано с определенными рисками. Важно учитывать возможные ошибки моделей и их влияние на критическое мышление студентов.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Мы пришли к выводу, что AI не должен заменять преподавателя, а дополнять его работу. Важно сочетать технологии с педагогическим дизайном для достижения наилучших результатов.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 заключение, наше AI-приложение имеет огромный потенциал для улучшения образовательного процесса. Мы призываем к поддержке и внедрению этого проекта, а также открыты для дальнейшего обсуждения.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D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417320"/>
            <a:ext cx="9875520" cy="1188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3000" b="1">
                <a:solidFill>
                  <a:srgbClr val="064E3B"/>
                </a:solidFill>
              </a:defRPr>
            </a:pPr>
            <a:r>
              <a:t>AI-приложение для генерации презентаций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2743200"/>
            <a:ext cx="7498079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166534"/>
                </a:solidFill>
              </a:defRPr>
            </a:pPr>
            <a:r>
              <a:t>Защита проекта и демонстрация прикладной ценности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b="1" sz="2700">
                <a:solidFill>
                  <a:srgbClr val="0F172A"/>
                </a:solidFill>
              </a:defRPr>
            </a:pPr>
            <a:r>
              <a:t>Введение в проект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08760"/>
            <a:ext cx="1088136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911095"/>
            <a:ext cx="146304" cy="146304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1783080"/>
            <a:ext cx="95097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800" b="0">
                <a:solidFill>
                  <a:srgbClr val="0F172A"/>
                </a:solidFill>
              </a:defRPr>
            </a:pPr>
            <a:r>
              <a:t>Цель: создание эффективного инструмента для презентаций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551176"/>
            <a:ext cx="146304" cy="146304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2423160"/>
            <a:ext cx="95097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800" b="0">
                <a:solidFill>
                  <a:srgbClr val="0F172A"/>
                </a:solidFill>
              </a:defRPr>
            </a:pPr>
            <a:r>
              <a:t>Целевая аудитория: преподаватели и комиссии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191256"/>
            <a:ext cx="146304" cy="146304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3063240"/>
            <a:ext cx="95097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800" b="0">
                <a:solidFill>
                  <a:srgbClr val="0F172A"/>
                </a:solidFill>
              </a:defRPr>
            </a:pPr>
            <a:r>
              <a:t>Значимость для образовательного процесса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831336"/>
            <a:ext cx="146304" cy="146304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3703320"/>
            <a:ext cx="95097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800" b="0">
                <a:solidFill>
                  <a:srgbClr val="0F172A"/>
                </a:solidFill>
              </a:defRPr>
            </a:pPr>
            <a:r>
              <a:t>Упрощение подготовки материалов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486400"/>
            <a:ext cx="100584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t>Символическое изображение, представляющее начало проекта, например, открытая книга с мягким светом.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b="1" sz="2700">
                <a:solidFill>
                  <a:srgbClr val="111827"/>
                </a:solidFill>
              </a:defRPr>
            </a:pPr>
            <a:r>
              <a:t>Контекст и актуальность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00200"/>
            <a:ext cx="5257800" cy="448056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7920" y="1600200"/>
            <a:ext cx="5257800" cy="448056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52628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111827"/>
                </a:solidFill>
              </a:defRPr>
            </a:pPr>
            <a:r>
              <a:t>Рост использования ИИ в образова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828800"/>
            <a:ext cx="452628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111827"/>
                </a:solidFill>
              </a:defRPr>
            </a:pPr>
            <a:r>
              <a:t>Персонализация обучения как ключ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40280"/>
            <a:ext cx="45262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111827"/>
                </a:solidFill>
              </a:defRPr>
            </a:pPr>
            <a:r>
              <a:t>• Рост использования ИИ в образовании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807208"/>
            <a:ext cx="45262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111827"/>
                </a:solidFill>
              </a:defRPr>
            </a:pPr>
            <a:r>
              <a:t>• Персонализация обучения как ключевой тренд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240280"/>
            <a:ext cx="45262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111827"/>
                </a:solidFill>
              </a:defRPr>
            </a:pPr>
            <a:r>
              <a:t>• Влияние цифровых технологий на образовательные практики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807208"/>
            <a:ext cx="45262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111827"/>
                </a:solidFill>
              </a:defRPr>
            </a:pPr>
            <a:r>
              <a:t>• Необходимость адаптации к новым условиям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b="1" sz="2700">
                <a:solidFill>
                  <a:srgbClr val="3B0764"/>
                </a:solidFill>
              </a:defRPr>
            </a:pPr>
            <a:r>
              <a:t>Проблемы традиционных методов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08760"/>
            <a:ext cx="1088136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911095"/>
            <a:ext cx="146304" cy="146304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1783080"/>
            <a:ext cx="95097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800" b="0">
                <a:solidFill>
                  <a:srgbClr val="3B0764"/>
                </a:solidFill>
              </a:defRPr>
            </a:pPr>
            <a:r>
              <a:t>Значительные временные затраты на создание презентаций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551176"/>
            <a:ext cx="146304" cy="146304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2423160"/>
            <a:ext cx="95097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800" b="0">
                <a:solidFill>
                  <a:srgbClr val="3B0764"/>
                </a:solidFill>
              </a:defRPr>
            </a:pPr>
            <a:r>
              <a:t>Отсутствие персонализации в подходах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191256"/>
            <a:ext cx="146304" cy="146304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3063240"/>
            <a:ext cx="95097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800" b="0">
                <a:solidFill>
                  <a:srgbClr val="3B0764"/>
                </a:solidFill>
              </a:defRPr>
            </a:pPr>
            <a:r>
              <a:t>Необходимость постоянного обновления контента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831336"/>
            <a:ext cx="146304" cy="146304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3703320"/>
            <a:ext cx="95097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800" b="0">
                <a:solidFill>
                  <a:srgbClr val="3B0764"/>
                </a:solidFill>
              </a:defRPr>
            </a:pPr>
            <a:r>
              <a:t>Сложности в адаптации материалов под аудиторию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486400"/>
            <a:ext cx="100584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200" b="0">
                <a:solidFill>
                  <a:srgbClr val="6B21A8"/>
                </a:solidFill>
              </a:defRPr>
            </a:pPr>
            <a:r>
              <a:t>Иллюстрация трудностей традиционных методов, например, часы, показывающие время, и перегруженный преподаватель.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b="1" sz="2700">
                <a:solidFill>
                  <a:srgbClr val="0F172A"/>
                </a:solidFill>
              </a:defRPr>
            </a:pPr>
            <a:r>
              <a:t>Решение: AI-приложение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498348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965960"/>
            <a:ext cx="42976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0F172A"/>
                </a:solidFill>
              </a:defRPr>
            </a:pPr>
            <a:r>
              <a:t>• Автоматизация процесса создания презентаций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532888"/>
            <a:ext cx="42976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0F172A"/>
                </a:solidFill>
              </a:defRPr>
            </a:pPr>
            <a:r>
              <a:t>• Персонализированные рекомендации по контенту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099816"/>
            <a:ext cx="42976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0F172A"/>
                </a:solidFill>
              </a:defRPr>
            </a:pPr>
            <a:r>
              <a:t>• Интеграция с образовательными платформами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666744"/>
            <a:ext cx="42976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0F172A"/>
                </a:solidFill>
              </a:defRPr>
            </a:pPr>
            <a:r>
              <a:t>• Упрощение работы преподавателей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b="1" sz="2700">
                <a:solidFill>
                  <a:srgbClr val="111827"/>
                </a:solidFill>
              </a:defRPr>
            </a:pPr>
            <a:r>
              <a:t>Преимущества использования 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783080"/>
            <a:ext cx="4617720" cy="12344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84248"/>
            <a:ext cx="4114800" cy="685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700" b="1">
                <a:solidFill>
                  <a:srgbClr val="111827"/>
                </a:solidFill>
              </a:defRPr>
            </a:pPr>
            <a:r>
              <a:t>Увеличение эффективности работы преподавателей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783080"/>
            <a:ext cx="4617720" cy="12344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984248"/>
            <a:ext cx="4114800" cy="685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700" b="1">
                <a:solidFill>
                  <a:srgbClr val="111827"/>
                </a:solidFill>
              </a:defRPr>
            </a:pPr>
            <a:r>
              <a:t>Снижение времени на подготовку материалов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657600"/>
            <a:ext cx="4617720" cy="12344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858768"/>
            <a:ext cx="4114800" cy="685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700" b="1">
                <a:solidFill>
                  <a:srgbClr val="111827"/>
                </a:solidFill>
              </a:defRPr>
            </a:pPr>
            <a:r>
              <a:t>Повышение качества образовательного контента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3657600"/>
            <a:ext cx="4617720" cy="12344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3858768"/>
            <a:ext cx="4114800" cy="685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700" b="1">
                <a:solidFill>
                  <a:srgbClr val="111827"/>
                </a:solidFill>
              </a:defRPr>
            </a:pPr>
            <a:r>
              <a:t>Доступ к актуальной информации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b="1" sz="2700">
                <a:solidFill>
                  <a:srgbClr val="3B0764"/>
                </a:solidFill>
              </a:defRPr>
            </a:pPr>
            <a:r>
              <a:t>Риски и ограничения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08760"/>
            <a:ext cx="1088136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911095"/>
            <a:ext cx="146304" cy="146304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1783080"/>
            <a:ext cx="95097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800" b="0">
                <a:solidFill>
                  <a:srgbClr val="3B0764"/>
                </a:solidFill>
              </a:defRPr>
            </a:pPr>
            <a:r>
              <a:t>Ошибки и галлюцинации моделей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551176"/>
            <a:ext cx="146304" cy="146304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2423160"/>
            <a:ext cx="95097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800" b="0">
                <a:solidFill>
                  <a:srgbClr val="3B0764"/>
                </a:solidFill>
              </a:defRPr>
            </a:pPr>
            <a:r>
              <a:t>Снижение критического мышления у студентов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191256"/>
            <a:ext cx="146304" cy="146304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3063240"/>
            <a:ext cx="95097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800" b="0">
                <a:solidFill>
                  <a:srgbClr val="3B0764"/>
                </a:solidFill>
              </a:defRPr>
            </a:pPr>
            <a:r>
              <a:t>Вопросы конфиденциальности данных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831336"/>
            <a:ext cx="146304" cy="146304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3703320"/>
            <a:ext cx="95097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800" b="0">
                <a:solidFill>
                  <a:srgbClr val="3B0764"/>
                </a:solidFill>
              </a:defRPr>
            </a:pPr>
            <a:r>
              <a:t>Неравный доступ к цифровой инфраструктуре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486400"/>
            <a:ext cx="100584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200" b="0">
                <a:solidFill>
                  <a:srgbClr val="6B21A8"/>
                </a:solidFill>
              </a:defRPr>
            </a:pPr>
            <a:r>
              <a:t>Изображение, символизирующее риски, например, знак предупреждения в мягких тонах, с текстом о возможных ограничениях.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b="1" sz="2700">
                <a:solidFill>
                  <a:srgbClr val="0F172A"/>
                </a:solidFill>
              </a:defRPr>
            </a:pPr>
            <a:r>
              <a:t>Выводы и рекомендации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1920240"/>
            <a:ext cx="9692640" cy="1463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2800" b="1">
                <a:solidFill>
                  <a:srgbClr val="0F172A"/>
                </a:solidFill>
              </a:defRPr>
            </a:pPr>
            <a:r>
              <a:t>AI не заменяет преподавателя, а усиливает его возможности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160520"/>
            <a:ext cx="8412480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600" b="0">
                <a:solidFill>
                  <a:srgbClr val="475569"/>
                </a:solidFill>
              </a:defRPr>
            </a:pPr>
            <a:r>
              <a:t>Комбинирование технологий ИИ с педагогическим дизайном • Рекомендации по контролю качества контента • Этические аспекты использования AI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b="1" sz="2700">
                <a:solidFill>
                  <a:srgbClr val="111827"/>
                </a:solidFill>
              </a:defRPr>
            </a:pPr>
            <a:r>
              <a:t>Заключение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" y="1828800"/>
            <a:ext cx="10149840" cy="324612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2423160"/>
            <a:ext cx="8412480" cy="777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2500" b="1">
                <a:solidFill>
                  <a:srgbClr val="111827"/>
                </a:solidFill>
              </a:defRPr>
            </a:pPr>
            <a:r>
              <a:t>Подчеркнуть значимость AI-приложения для образования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657600"/>
            <a:ext cx="841248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500" b="0">
                <a:solidFill>
                  <a:srgbClr val="4B5563"/>
                </a:solidFill>
              </a:defRPr>
            </a:pPr>
            <a:r>
              <a:t>Призыв к поддержке и внедрению проекта • Открытость к вопросам и обсуждению • Возможности для дальнейшего развития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