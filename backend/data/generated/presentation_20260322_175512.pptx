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Цифровой маркетинг — это использование онлайн-каналов для продвижения товаров и услуг. Он отличается от традиционного подхода своей гибкостью и возможностью быстрого анализа результатов. В современном бизнесе цифровые инструменты становятся необходимыми для достижения успеха.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Существует множество каналов цифрового маркетинга, каждый из которых выполняет свою уникальную функцию. Социальные сети позволяют взаимодействовать с клиентами, а контекстная реклама обеспечивает мгновенный трафик. SEO и контент-маркетинг помогают строить долгосрочные отношения с клиентами.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Успех в цифровом маркетинге требует четкой стратегии. Важно определить уникальное торговое предложение и сосредоточиться на нескольких ключевых каналах. Аналитика играет важную роль в оценке эффективности и корректировке стратегий.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Аналитика является неотъемлемой частью цифрового маркетинга. Она позволяет понять, как клиенты взаимодействуют с вашим контентом и какие каналы приносят наилучшие результаты. Корректировка стратегий на основе данных помогает оптимизировать расходы и повысить эффективность.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цифровой маркетинг становится необходимым инструментом для малого бизнеса. Рекомендуется начать с изучения доступных ресурсов и создания сообщества для обмена опытом. Постоянное обучение и адаптация к изменениям в рынке помогут оставаться конкурентоспособными.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Основы цифрового маркетинга для малого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Обучение молодежи бизнесу в эпоху цифровых технологий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цифровой маркетинг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цифрового маркетинга и его отличие от традиционного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Роль цифрового маркетинга в современном бизнесе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Преимущества использования цифровых инструментов для малого бизнеса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Актуальность в условиях цифровой трансформации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Минималистичная иллюстрация, показывающая переход от традиционного маркетинга к цифровому, с элементами графиков и иконками цифровых инструментов.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Ключевые каналы цифрового маркетинга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Социальные сети: повышение узнав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Контекстная реклама: быстрый тра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Социальные сети: повышение узнаваемости и коммуникация с клиентами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Контекстная реклама: быстрый трафик по поисковым запросам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SEO: долгосрочная видимость сайта в поисковых системах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Email-маркетинг: возврат клиентов и повторные продажи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74136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Контент-маркетинг: укрепление доверия и экспертности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3B0764"/>
                </a:solidFill>
              </a:defRPr>
            </a:pPr>
            <a:r>
              <a:t>Стратегии успешного цифрового маркетинга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Четкое позиционирование и уникальное торговое предложение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Использование аналитики для оценки эффективности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Фокус на 2-3 каналах продвижения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461772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Адаптация стратегий в зависимости от результатов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3B0764"/>
                </a:solidFill>
              </a:defRPr>
            </a:pPr>
            <a:r>
              <a:t>Постоянное тестирование и оптимизация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Роль аналитики в цифровом маркетинге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4_Роль_аналитики_в_цифровом_маркетинг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5029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Как аналитика помогает понять поведение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Измерение результатов рекламных кампаний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Корректировка стратегий на основе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Важность A/B тестирования для оптимизации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33672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Использование инструментов для сбора и анализа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64E3B"/>
                </a:solidFill>
              </a:defRPr>
            </a:pPr>
            <a:r>
              <a:t>Выводы и рекомендации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64E3B"/>
                </a:solidFill>
              </a:defRPr>
            </a:pPr>
            <a:r>
              <a:t>Цифровой маркетинг как необходимый инструмент для малого бизнеса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166534"/>
                </a:solidFill>
              </a:defRPr>
            </a:pPr>
            <a:r>
              <a:t>Рекомендации по началу работы в цифровом пространстве • Важность постоянного обучения и адаптации к изменениям в рынке • Использование доступных ресурсов для обучения • Создание сообщества для обмена опытом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