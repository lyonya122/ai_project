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данном слайде мы рассмотрим основную цель нашего проекта — разработку AI-приложения для генерации презентаций. Это приложение призвано помочь преподавателям и комиссиям в создании качественных и информативных материалов, что особенно актуально в условиях современного образовательного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Актуальность использования AI в образовании и бизнесе возрастает с каждым годом. Преподаватели нуждаются в инструментах, которые помогут им автоматизировать рутинные задачи и персонализировать обучение, что делает наш проект особенно важным.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Наше AI-приложение предлагает ряд функциональных возможностей, которые значительно упрощают процесс создания презентаций. Оно автоматически генерирует слайды, подбирает ключевые моменты и включает интерактивные элементы, что делает презентации более привлекательными и информативными.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Использование нашего AI-приложения позволяет преподавателям значительно сократить время, затрачиваемое на подготовку презентаций. Это не только повышает качество материалов, но и способствует более активному вовлечению студентов в учебный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все преимущества, использование AI-приложений также связано с определенными рисками. Важно осознавать возможные ошибки моделей и их влияние на качество обучения, а также учитывать вопросы конфиденциальности и доступности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можем наблюдать успешные примеры применения AI в образовании, такие как персонализированные траектории обучения и автоматическая проверка заданий. Эти кейсы демонстрируют, как технологии могут улучшить образовательный процесс и сделать его более доступным.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важно отметить, что AI не заменяет преподавателя, а наоборот, усиливает его возможности. Рекомендуется комбинировать технологии AI с педагогическим дизайном для достижения наилучших результатов в обучении.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Подводя итоги, мы можем сказать, что AI-приложение для генерации презентаций имеет огромный потенциал в образовательном процессе. Призываю всех присутствующих рассмотреть возможность его внедрения и открыт к вопросам и обсуждению.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AI-приложение для генерации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Защита проекта и демонстрация прикладной ценности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проект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Необходимость в эффективных инструментах для создания презентаций.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Целевая аудитория: преподаватели и комиссии.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Значение AI в образовательном процессе.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Потенциал для улучшения качества обучения.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Современное образовательное пространство с элементами AI, например, учитель, работающий с цифровыми инструментами.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Контекст и актуальность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Рост интереса к AI в образовател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Преимущества AI для преподавател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Рост интереса к AI в образовательной среде.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Преимущества AI для преподавателей: автоматизация и персонализация.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Влияние цифрового маркетинга на малый бизнес.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Необходимость адаптации к новым технологиям.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Функциональные возможности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_Функциональные_возможности_прилож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Автоматическая генерация слайдов по заданной теме.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Подбор ключевых точек и структурирование информации.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Интерактивные элементы для вовлечения аудитории.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Визуализация данных для лучшего восприятия.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использования AI-приложения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Снижение временных затрат на создание презентаций.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Повышение качества образовательных материалов.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Поддержка самостоятельной работы студентов.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Улучшение взаимодействия между преподавателями и студентами.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Изображение, показывающее взаимодействие преподавателя и студента с использованием технологии AI, с акцентом на преимущества.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ограничения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Ошибки и галлюцинации моделей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Снижение критического мышления 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Ошибки и галлюцинации моделей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Снижение критического мышления при бездумном использовании.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Вопросы конфиденциальности данных.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Неравный доступ к цифровым технологиям.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Примеры успешного применения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Кейс 1: Персонализированные траектории обучения.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8424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Кейс 2: Автоматическая проверка заданий.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57600"/>
            <a:ext cx="4617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Кейс 3: Интеллектуальные ассистенты для студентов.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461772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858768"/>
            <a:ext cx="41148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Кейс 4: Виртуальные учебные среды.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7_Выводы_и_рекомендаци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AI усиливает возможности преподавателя, а не заменяет его.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Комбинация технологий AI с педагогическим дизайном.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Рекомендации по внедрению AI в образовательный процесс.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Необходимость обучения преподавателей работе с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Обобщение ключевых моментов презентации.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Призыв к внедрению AI-приложения в образовательный процесс. • Открытость к вопросам и обсуждению. • Возможности для дальнейшего развития проекта.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