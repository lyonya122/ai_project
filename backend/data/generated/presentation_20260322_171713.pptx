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представляет собой использование источников энергии, которые минимизируют выбросы углерода. В условиях изменения климата и истощения ресурсов, устойчивое развитие становится критически важным. В этой презентации мы рассмотрим ключевые аспекты и возможности для инвесторов в сфере зеленой энергетики.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Современные тренды в зеленой энергетике показывают значительный рост в области солнечной и ветровой энергетики. Водородные технологии становятся все более актуальными, а инновации в батареях и умных сетях открывают новые горизонты для эффективного использования энергии. Эти направления представляют собой привлекательные возможности для инвестиций.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Инвестиции в зеленую энергетику приносят значительные экономические выгоды. Снижение затрат на энергию и создание новых рабочих мест способствуют экономическому росту. Кроме того, увеличение энергетической безопасности стран делает эти инвестиции особенно привлекательными.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Технологические инновации играют ключевую роль в развитии зеленой энергетики. Цифровое управление энергосистемами и интеллектуальные сети позволяют оптимизировать потребление энергии. Новые технологии в производстве энергии открывают возможности для более эффективного использования ресурсов.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способствует снижению выбросов парниковых газов и защите экосистем. Однако важно учитывать и возможные экологические риски, связанные с внедрением новых технологий. Обсуждение этих аспектов поможет инвесторам принимать более обоснованные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Существует множество инвестиционных возможностей в сфере зеленой энергетики. Инвестиции в солнечные и ветровые проекты, а также участие в государственных программах поддержки могут обеспечить высокий доход. Партнерства с технологическими компаниями также открывают новые горизонты для инвесторов.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успешных инвестиций в зеленую энергетику важно проводить тщательную оценку рисков и возможностей. Диверсификация портфеля поможет минимизировать риски, а слежение за актуальными трендами и инновациями обеспечит конкурентные преимущества. Эти рекомендации помогут инвесторам принимать обоснованные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заключение, зеленая энергетика имеет огромное значение для устойчивого будущего. Призываем инвесторов рассмотреть возможности для вложений в этот перспективный сектор. Для дальнейшего обсуждения и вопросов, пожалуйста, свяжитесь с нами.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98755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000" b="1">
                <a:solidFill>
                  <a:srgbClr val="064E3B"/>
                </a:solidFill>
              </a:defRPr>
            </a:pPr>
            <a:r>
              <a:t>Зеленая энергия: Инвестиции в устойчивое будущее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743200"/>
            <a:ext cx="7498079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66534"/>
                </a:solidFill>
              </a:defRPr>
            </a:pPr>
            <a:r>
              <a:t>Перспективы и возможности для инвесторов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Введение в зеленую энергетику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Определение зеленой энергетики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Растущее значение устойчивого развития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Краткий обзор источников зеленой энергии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Графика с изображением солнечной панели и ветряной турбины на фоне природы.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Текущие тренды в зеленой энергетике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Рост солнечной и ветровой энергетики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Развитие водородных технологий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Инновации в области батарей и умных сетей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Инфографика, показывающая рост солнечной и ветровой энергетики.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Экономические преимущества зеленой энергетики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Снижение затрат на энергию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Создание новых рабочих мест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Снижение затрат на энергию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Создание новых рабочих мест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Увеличение энергетической безопасности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Технологические инновации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Развитие цифрового управления энергосистемами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Интеллектуальные сети и их преимущества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Новые технологии в производстве энергии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Схема, иллюстрирующая технологические инновации в энергетике.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Экологические аспекты зеленой энергетики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Снижение выбросов парниковых газов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Защита экосистем и биоразнообразия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Возможные экологические риски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Графика, показывающая экологические аспекты и риски.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Инвестиционные возможности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Инвестиции в солнечные и ветровы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Государственные программы поддер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Инвестиции в солнечные и ветровые проекты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Государственные программы поддержки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Партнерства с технологическими компаниями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3B0764"/>
                </a:solidFill>
              </a:defRPr>
            </a:pPr>
            <a:r>
              <a:t>Рекомендации для инвесторов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91640"/>
            <a:ext cx="10378440" cy="40690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65960"/>
            <a:ext cx="5486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200" b="1">
                <a:solidFill>
                  <a:srgbClr val="8B5CF6"/>
                </a:solidFill>
              </a:defRPr>
            </a:pPr>
            <a: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057400"/>
            <a:ext cx="868680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>
                <a:solidFill>
                  <a:srgbClr val="3B0764"/>
                </a:solidFill>
              </a:defRPr>
            </a:pPr>
            <a:r>
              <a:t>Оценка рисков и возможностей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43400"/>
            <a:ext cx="8412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6B21A8"/>
                </a:solidFill>
              </a:defRPr>
            </a:pPr>
            <a:r>
              <a:t>Диверсификация портфеля • Слежение за трендами и инновациями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Заключение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10149840" cy="3246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23160"/>
            <a:ext cx="8412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0F172A"/>
                </a:solidFill>
              </a:defRPr>
            </a:pPr>
            <a:r>
              <a:t>Значение зеленой энергетики для будущего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412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475569"/>
                </a:solidFill>
              </a:defRPr>
            </a:pPr>
            <a:r>
              <a:t>Призыв к инвестициям в устойчивое развитие • Контактная информация для дальнейшего обсуждения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