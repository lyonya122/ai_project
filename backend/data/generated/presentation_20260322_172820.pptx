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включает в себя источники энергии, которые минимизируют выбросы углерода. Это важный шаг к устойчивому развитию, который становится все более актуальным в условиях изменения климата.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технологии, такие как батареи и умные сети, играют ключевую роль в развитии зеленой энергетики. Водородные технологии также становятся важным направлением, способствующим снижению углеродных выбросов.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способствуют снижению выбросов парниковых газов и уменьшению зависимости от ископаемого топлива. Это не только выгодно, но и необходимо для обеспечения энергетической безопасности.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открывает новые экономические возможности. Это включает создание рабочих мест и развитие новых отраслей, что в свою очередь снижает затраты на энергоресурсы.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Существует множество областей для инвестиций в зеленую энергетику. Солнечная и ветровая энергетика, а также гидроэнергетика представляют собой перспективные направления для вложений.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Анализ рынка показывает, что конкуренция в области зеленой энергетики растет. Государственная поддержка и субсидии играют важную роль в стимулировании инноваций и привлечении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Инвесторы должны учитывать потенциальные риски, связанные с изменениями в регулировании и технологическими вызовами. Экологические и социальные аспекты также могут повлиять на успешность проектов.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зеленая энергетика предлагает значительные долгосрочные перспективы для инвесторов. Диверсификация портфеля и тщательная оценка проектов помогут минимизировать риски и максимизировать выгоды.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Зеленая энергия: Инвестиционные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Перспективы и преимущества для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Определение зеленой энергетики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Источники энергии с низким уровнем выбросов углерода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Растущая важность устойчивого развития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Переход к устойчивым источникам энергии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Иллюстрация, показывающая гармоничное сосуществование различных источников зеленой энергии, таких как солнечные панели, ветряные турбины и гидроэлектростанции на фоне чистого неба и зелени.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Развитие батарей и умных сетей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Водородные технологии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батарей и умных сетей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Водородные технологии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Цифровое управление энергосистемами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Инновации в солнечной и ветровой энергетике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Преимущества зеленой энергетики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Снижение выбросов парниковых газов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Уменьшение зависимости от ископаемого топлива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Рост энергетической безопасности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Поддержка устойчивого развития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Экономические перспективы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Развитие новых технологических 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Создание рабочих мест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новых технологических отраслей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Создание рабочих мест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Снижение затрат на энергоресурсы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Увеличение инвестиций в устойчивые проекты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Инвестиционные возможности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Солнечная энергетика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Ветровая энергетика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Гидроэнергетика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Развитие технологий хранения энергии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Рынок и конкуренция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Подход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Подход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Основные игроки на рынке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Государственная поддержка и субсидии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Конкуренция и инновации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52928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Тенденции роста в секторе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Риски и вызовы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Технические и финансовые риски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Регуляторные изменения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Экологические и социальные аспекты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Неопределенность в политике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864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Иллюстрация, показывающая риски и вызовы в зеленой энергетике, такие как технические и финансовые риски, с символами, представляющими регуляторные изменения и экологические аспекты.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 и рекомендации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Долгосрочные перспективы инвестиций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Необходимость диверсификации портфеля • Рекомендации по выбору проектов • Оценка рисков и возможностей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