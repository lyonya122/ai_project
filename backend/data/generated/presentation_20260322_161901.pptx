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возобновляемых источников энергии, таких как солнечная и ветровая. В условиях глобальных изменений климата и истощения ископаемых ресурсов, эта тема становится особенно актуальной для будущего человечества.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необходим для борьбы с изменением климата и улучшения экологической ситуации. Это также способствует снижению зависимости от нестабильных рынков ископаемого топлива и повышает энергетическую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предлагает множество преимуществ, включая улучшение экологической ситуации и создание новых рабочих мест в инновационных отраслях. Инвестирование в эту сферу может привести к значительным экономическим выгодам в долгосрочной перспективе.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множество преимуществ, зеленая энергетика сталкивается с рядом проблем, включая высокие начальные затраты на установку и необходимость модернизации инфраструктуры. Кроме того, эффективное хранение и передача энергии остаются актуальными вызовами.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технологии, такие как солнечные панели и ветровые турбины, становятся все более эффективными и доступными. Инновации в области хранения энергии и цифровизации энергосистем также открывают новые горизонты для развития зеленой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Будущее зеленой энергетики связано с ростом водородных технологий и развитием умных сетей, которые обеспечат более эффективное распределение энергии. Инвестиции в исследования и разработки будут ключевыми для достижения этих целей.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Инвесторам следует тщательно оценивать риски и возможности, связанные с проектами в области зеленой энергетики. Диверсификация портфеля и поддержка устойчивых проектов помогут минимизировать риски и максимизировать выгоды.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устойчивые источники энергии является не только необходимостью, но и возможностью для значительного роста. Инвесторы играют ключевую роль в этом процессе и должны активно участвовать в развитии зеленой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515600" cy="438912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4CAF50"/>
                </a:solidFill>
                <a:latin typeface="Roboto"/>
              </a:defRPr>
            </a:pPr>
            <a:r>
              <a:t>Зеленая энергетика: Перспективы и возможности для инвесторов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Roboto"/>
              </a:defRPr>
            </a:pPr>
            <a:r>
              <a:t>Инвестиции в устойчивое будущее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C107"/>
                </a:solidFill>
                <a:latin typeface="Roboto"/>
              </a:defRPr>
            </a:pPr>
            <a:r>
              <a:t>Style: Современная зеленая энергетика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Определение зеленой энергетики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Краткий обзор источников энергии с низким уровнем выбросов углерода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Актуальность темы для современного мира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A5D6A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4CAF50"/>
                </a:solidFill>
                <a:latin typeface="Roboto"/>
              </a:defRPr>
            </a:pPr>
            <a:r>
              <a:t>🌱</a:t>
            </a:r>
          </a:p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Зеленая энергетика как будущее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Причины развития зеленой энергетики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A5D6A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Снижение выбросов парниковых газов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Уменьшение зависимости от ископаемого топлива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Рост энергетической безопасности стран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A5D6A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4CAF50"/>
                </a:solidFill>
                <a:latin typeface="Roboto"/>
              </a:defRPr>
            </a:pPr>
            <a:r>
              <a:t>🌍</a:t>
            </a:r>
          </a:p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Причины перехода на зеленую энергетику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Преимущества зеленой энергетики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Экологическая устойчивость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Создание новых рабочих мест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Долгосрочные экономические выгоды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A5D6A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4CAF50"/>
                </a:solidFill>
                <a:latin typeface="Roboto"/>
              </a:defRPr>
            </a:pPr>
            <a:r>
              <a:t>💡</a:t>
            </a:r>
          </a:p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Преимущества зеленой энергетики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Текущие проблемы зеленой энергетики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154680"/>
            <a:ext cx="987552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Robot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Roboto"/>
              </a:defRPr>
            </a:pPr>
            <a:r>
              <a:t>Высокие начальные инвестиции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2743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Robot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Roboto"/>
              </a:defRPr>
            </a:pPr>
            <a:r>
              <a:t>Необходимость развития инфраструктуры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Roboto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Roboto"/>
              </a:defRPr>
            </a:pPr>
            <a:r>
              <a:t>Проблемы хранения и передачи энергии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Технологические достижения в зеленой энергетике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Развитие солнечных и ветровых технологий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Инновации в области хранения энергии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Цифровые технологии и управление энергосистемами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A5D6A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4CAF50"/>
                </a:solidFill>
                <a:latin typeface="Roboto"/>
              </a:defRPr>
            </a:pPr>
            <a:r>
              <a:t>🔧</a:t>
            </a:r>
          </a:p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Технологические достижения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Roboto"/>
              </a:defRPr>
            </a:pPr>
            <a:r>
              <a:t>Перспективы роста зеленой энергетики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A5D6A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Рост использования водородных технологий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Развитие умных сетей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Roboto"/>
              </a:defRPr>
            </a:pPr>
            <a:r>
              <a:t>Инвестиции в исследования и разработки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A5D6A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4CAF50"/>
                </a:solidFill>
                <a:latin typeface="Roboto"/>
              </a:defRPr>
            </a:pPr>
            <a:r>
              <a:t>📈</a:t>
            </a:r>
          </a:p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Перспективы роста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Roboto"/>
              </a:defRPr>
            </a:pPr>
            <a:r>
              <a:t>Рекомендации для инвесторов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Рекомендации для инвесторов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Roboto"/>
              </a:defRPr>
            </a:pPr>
            <a:r>
              <a:t>Оценка рисков и возможностей</a:t>
            </a:r>
          </a:p>
          <a:p>
            <a:pPr algn="ctr">
              <a:defRPr sz="1800">
                <a:solidFill>
                  <a:srgbClr val="FFFFFF"/>
                </a:solidFill>
                <a:latin typeface="Roboto"/>
              </a:defRPr>
            </a:pPr>
            <a:r>
              <a:t>Диверсификация портфеля</a:t>
            </a:r>
          </a:p>
          <a:p>
            <a:pPr algn="ctr">
              <a:defRPr sz="1800">
                <a:solidFill>
                  <a:srgbClr val="FFFFFF"/>
                </a:solidFill>
                <a:latin typeface="Roboto"/>
              </a:defRPr>
            </a:pPr>
            <a:r>
              <a:t>Поддержка устойчивых проектов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Roboto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Roboto"/>
              </a:defRPr>
            </a:pPr>
            <a:r>
              <a:t>Заключение и призыв к действию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Roboto"/>
              </a:defRPr>
            </a:pPr>
            <a:r>
              <a:t>Необходимость перехода на устойчивые источники энергии</a:t>
            </a:r>
          </a:p>
          <a:p>
            <a:pPr algn="ctr">
              <a:defRPr sz="1800">
                <a:solidFill>
                  <a:srgbClr val="FFFFFF"/>
                </a:solidFill>
                <a:latin typeface="Roboto"/>
              </a:defRPr>
            </a:pPr>
            <a:r>
              <a:t>Возможности для роста и развития</a:t>
            </a:r>
          </a:p>
          <a:p>
            <a:pPr algn="ctr">
              <a:defRPr sz="1800">
                <a:solidFill>
                  <a:srgbClr val="FFFFFF"/>
                </a:solidFill>
                <a:latin typeface="Roboto"/>
              </a:defRPr>
            </a:pPr>
            <a:r>
              <a:t>Призыв к действию для инвесторов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