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возобновляемых источников энергии с низким уровнем выбросов углерода. В условиях глобального изменения климата, переход на такие источники становится не только необходимым, но и выгодным для экономики.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Современные тренды в зеленой энергетике показывают, что технологии хранения энергии и умные сети становятся ключевыми факторами для эффективного использования возобновляемых источников. Водородные технологии также начинают занимать важное место в энергетическом ландшафте.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Инвестиции в зеленую энергетику обеспечивают значительные экономические выгоды, включая снижение затрат на производство энергии и создание новых рабочих мест. Это также способствует повышению энергетической безопасности стран.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способствует значительному снижению выбросов парниковых газов и улучшению состояния экосистем. Это также позволяет более устойчиво использовать природные ресурсы и снижать уровень загрязнения.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открывает множество инвестиционных возможностей, включая проекты в солнечной и ветровой энергетике. Государственные субсидии и льготы делают эти инвестиции еще более привлекательными.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перспективы, существует ряд рисков и вызовов, связанных с инвестициями в зеленую энергетику. Это включает технические и финансовые риски, а также неопределенность в регуляторной среде.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Успешные проекты в зеленой энергетике демонстрируют, как можно эффективно использовать возобновляемые источники энергии. Примеры солнечных и ветровых проектов показывают, что такие инвестиции могут быть прибыльными и устойчивыми.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для успешных инвестиций в зеленую энергетику важно следить за текущими трендами и инновациями. Сотрудничество с экспертами и оценка рисков поможет сделать правильный выбор в этой динамично развивающейся области.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Зеленая энергия: Инвестиции в будущее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Потенциал и возможности зеленой энергетики для инвесторов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зеленую энергетику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Определение зеленой энергетики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Основные источники: солнечная, ветровая, гидро, геотермальная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Растущая важность в контексте изменения климата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Переход к устойчивым источникам энергии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Солнечная панель на фоне зелёного пейзажа с легким градиентом.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3B0764"/>
                </a:solidFill>
              </a:defRPr>
            </a:pPr>
            <a:r>
              <a:t>Текущие тренды в зеленой энергетике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3B0764"/>
                </a:solidFill>
              </a:defRPr>
            </a:pPr>
            <a:r>
              <a:t>Рост технологий хранения энергии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3B0764"/>
                </a:solidFill>
              </a:defRPr>
            </a:pPr>
            <a:r>
              <a:t>Развитие умных сетей и цифрового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3B0764"/>
                </a:solidFill>
              </a:defRPr>
            </a:pPr>
            <a:r>
              <a:t>• Рост технологий хранения энергии (батареи)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3B0764"/>
                </a:solidFill>
              </a:defRPr>
            </a:pPr>
            <a:r>
              <a:t>• Развитие умных сетей и цифрового управления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3B0764"/>
                </a:solidFill>
              </a:defRPr>
            </a:pPr>
            <a:r>
              <a:t>• Водородные технологии как будущее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3B0764"/>
                </a:solidFill>
              </a:defRPr>
            </a:pPr>
            <a:r>
              <a:t>• Интеграция возобновляемых источников в энергосистемы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Экономические преимущества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Снижение затрат на производство энергии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461772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Создание новых рабочих мест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Увеличение энергетической безопасности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461772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Привлечение инвестиций в новые технологии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111827"/>
                </a:solidFill>
              </a:defRPr>
            </a:pPr>
            <a:r>
              <a:t>Экологические преимущества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4_Экологические_преимуществ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37360"/>
            <a:ext cx="5029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Снижение выбросов парниковых газов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Устойчивое использование природных ресурсов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Сохранение экосистем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Снижение загрязнения воздуха и воды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Инвестиционные возможности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Инвестиции в солнечные и ветровы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Государственные субсидии и льгот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Инвестиции в солнечные и ветровые проекты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Государственные субсидии и льготы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Партнёрства с технологическими компаниями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новых рынков и технологий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3B0764"/>
                </a:solidFill>
              </a:defRPr>
            </a:pPr>
            <a:r>
              <a:t>Риски и вызовы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10241280" cy="1828800"/>
          </a:xfrm>
          <a:prstGeom prst="round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42032"/>
            <a:ext cx="91440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300" b="1">
                <a:solidFill>
                  <a:srgbClr val="3B0764"/>
                </a:solidFill>
              </a:defRPr>
            </a:pPr>
            <a:r>
              <a:t>Технические и финансовые риски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Примеры успешных проектов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7_Примеры_успешных_проектов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37360"/>
            <a:ext cx="5029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Кейс солнечной фермы в [регион]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Кейс ветрового парка в [регион]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Инновационные решения в управлении энергией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Успешные партнерства между государством и бизнесом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Заключение и рекомендации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Инвестируйте в устойчивые технологии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Следите за трендами и инновациями • Сотрудничайте с экспертами и исследовательскими институтами • Оценивайте риски и возможности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