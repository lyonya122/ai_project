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представляет собой использование источников энергии, которые оказывают минимальное воздействие на окружающую среду. В последние годы наблюдается значительный рост интереса к таким технологиям со стороны инвесторов, что открывает новые возможности для финансирования.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зеленую энергетику стал необходимостью в условиях глобальных изменений климата. Снижение выбросов парниковых газов и уменьшение зависимости от ископаемого топлива способствуют не только улучшению экологии, но и повышению энергетической безопасности.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Современные технологии играют ключевую роль в развитии зеленой энергетики. Умные сети и водородные технологии обеспечивают большую эффективность и надежность, что делает инвестиции в эту сферу особенно привлекательными.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Солнечная энергетика демонстрирует высокий потенциал для инвесторов благодаря снижению цен на фотоэлектрические панели и росту числа солнечных ферм. Государственные программы поддержки также создают благоприятные условия для вложений.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Ветровая энергетика становится все более эффективной благодаря инновациям в технологиях ветряных турбин. Это позволяет снижать затраты на установку и обслуживание, что делает данный сектор привлекательным для инвестиций.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Гидроэнергетика является одним из самых стабильных источников энергии, обеспечивая надежную генерацию. Инвестиции в модернизацию существующих объектов могут значительно повысить их эффективность и снизить экологическое воздействие.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перспективы, зеленая энергетика сталкивается с рядом рисков, включая неопределенность в политике и регулировании. Инвесторы должны быть готовы к технологическим вызовам и конкуренции с традиционными источниками энергии.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зеленая энергетика предлагает долгосрочные перспективы для инвесторов. Рекомендуется диверсифицировать портфель и активно следить за новыми технологиями и трендами в этой области.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pPr>
              <a:defRPr b="1" sz="3000"/>
            </a:pPr>
            <a:r>
              <a:t>Зеленая энергия: Инвестиции в будущее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t>Перспективы и возможности для финансистов и инвесторов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600"/>
            </a:pPr>
            <a:r>
              <a:t>Введение в зеленую энергетику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58368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t>Определение зеленой энергетики</a:t>
            </a:r>
          </a:p>
          <a:p>
            <a:pPr>
              <a:spcAft>
                <a:spcPts val="1000"/>
              </a:spcAft>
              <a:defRPr sz="2000"/>
            </a:pPr>
            <a:r>
              <a:t>Источники зеленой энергии: солнечная, ветровая, гидроэнергетика</a:t>
            </a:r>
          </a:p>
          <a:p>
            <a:pPr>
              <a:spcAft>
                <a:spcPts val="1000"/>
              </a:spcAft>
              <a:defRPr sz="2000"/>
            </a:pPr>
            <a:r>
              <a:t>Растущий интерес инвесторов к устойчивым технологиям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645920"/>
            <a:ext cx="36576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/>
            </a:pPr>
            <a:r>
              <a:t>Visual idea</a:t>
            </a:r>
            <a:br/>
            <a:r>
              <a:t>Введение в зеленую энергетику с изображением солнечной панели и ветряка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600"/>
            </a:pPr>
            <a:r>
              <a:t>Причины роста зеленой энергетики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58368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t>Снижение выбросов парниковых газов</a:t>
            </a:r>
          </a:p>
          <a:p>
            <a:pPr>
              <a:spcAft>
                <a:spcPts val="1000"/>
              </a:spcAft>
              <a:defRPr sz="2000"/>
            </a:pPr>
            <a:r>
              <a:t>Уменьшение зависимости от ископаемого топлива</a:t>
            </a:r>
          </a:p>
          <a:p>
            <a:pPr>
              <a:spcAft>
                <a:spcPts val="1000"/>
              </a:spcAft>
              <a:defRPr sz="2000"/>
            </a:pPr>
            <a:r>
              <a:t>Рост энергетической безопасности стран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645920"/>
            <a:ext cx="36576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/>
            </a:pPr>
            <a:r>
              <a:t>Visual idea</a:t>
            </a:r>
            <a:br/>
            <a:r>
              <a:t>Причины роста зеленой энергетики с графиками снижения выбросов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600"/>
            </a:pPr>
            <a:r>
              <a:t>Технологические тренды в зеленой энергетике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t>Развитие батарей и умных сетей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t>Водородные технологии</a:t>
            </a:r>
          </a:p>
          <a:p>
            <a:pPr>
              <a:spcAft>
                <a:spcPts val="1000"/>
              </a:spcAft>
              <a:defRPr sz="2000"/>
            </a:pPr>
            <a:r>
              <a:t>Цифровое управление энергосистемами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200"/>
            </a:pPr>
            <a:r>
              <a:t>Инвестиционные возможности в солнечной энергетике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58368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t>Удешевление фотоэлектрических панелей</a:t>
            </a:r>
          </a:p>
          <a:p>
            <a:pPr>
              <a:spcAft>
                <a:spcPts val="1000"/>
              </a:spcAft>
              <a:defRPr sz="2000"/>
            </a:pPr>
            <a:r>
              <a:t>Рост солнечных ферм</a:t>
            </a:r>
          </a:p>
          <a:p>
            <a:pPr>
              <a:spcAft>
                <a:spcPts val="1000"/>
              </a:spcAft>
              <a:defRPr sz="2000"/>
            </a:pPr>
            <a:r>
              <a:t>Государственные субсидии и программы поддержки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645920"/>
            <a:ext cx="36576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/>
            </a:pPr>
            <a:r>
              <a:t>Visual idea</a:t>
            </a:r>
            <a:br/>
            <a:r>
              <a:t>Инвестиционные возможности в солнечной энергетике с изображением солнечной фермы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600"/>
            </a:pPr>
            <a:r>
              <a:t>Ветровая энергетика: эффективные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t>Эффективность в регионах с устойчивыми ветрами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t>Инновации в технологиях ветряных турбин</a:t>
            </a:r>
          </a:p>
          <a:p>
            <a:pPr>
              <a:spcAft>
                <a:spcPts val="1000"/>
              </a:spcAft>
              <a:defRPr sz="2000"/>
            </a:pPr>
            <a:r>
              <a:t>Снижение затрат на установку и обслуживание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600"/>
            </a:pPr>
            <a:r>
              <a:t>Гидроэнергетика: стабильный источник энергии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t>Стабильная генерация энергии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/>
            </a:pPr>
            <a:r>
              <a:t>Экологические аспекты и устойчивое управление</a:t>
            </a:r>
          </a:p>
          <a:p>
            <a:pPr>
              <a:spcAft>
                <a:spcPts val="1000"/>
              </a:spcAft>
              <a:defRPr sz="2000"/>
            </a:pPr>
            <a:r>
              <a:t>Инвестиции в модернизацию существующих объектов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600"/>
            </a:pPr>
            <a:r>
              <a:t>Риски и вызовы зеленой энергетики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/>
            </a:pPr>
            <a:r>
              <a:t>“Неопределенность в политике и регулировании”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4124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/>
            </a:pPr>
            <a:r>
              <a:t>Технологические риски и необходимость инноваций • Конкуренция с традиционными источниками энергии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600"/>
            </a:pPr>
            <a:r>
              <a:t>Заключение и рекомендации для инвесторов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22960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/>
            </a:pPr>
            <a:r>
              <a:t>Долгосрочные перспективы и устойчивый рост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749039"/>
            <a:ext cx="80467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/>
            </a:pPr>
            <a:r>
              <a:t>Рекомендации по диверсификации портфеля • Важность мониторинга новых технологий и трендов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