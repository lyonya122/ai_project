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Искусственный интеллект (ИИ) становится неотъемлемой частью образовательного процесса. Важно понимать, как новые технологии могут изменить подходы к обучению и преподаванию. В этой презентации мы рассмотрим ключевые аспекты использования ИИ в образовании.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Использование ИИ в образовании открывает новые горизонты для преподавателей и студентов. Персонализированный подход к обучению позволяет каждому студенту получать материал в удобном для него формате. Автоматизация рутинных задач значительно облегчает нагрузку на преподавателей.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ИИ позволяет адаптировать учебный процесс под каждого студента, учитывая его индивидуальные потребности и уровень подготовки. Это способствует более глубокому пониманию материала и повышению мотивации к обучению. Персонализированные траектории обучения становятся важным инструментом в руках преподавателей.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Автоматизация проверки заданий с помощью ИИ значительно упрощает процесс оценки работы студентов. Это позволяет преподавателям сосредоточиться на более важных аспектах обучения, таких как взаимодействие со студентами и развитие их критического мышления. Автоматизация также обеспечивает более объективную оценку.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Интеллектуальные ассистенты, такие как чат-боты, могут значительно улучшить взаимодействие студентов с учебным материалом. Они предоставляют мгновенные ответы на вопросы, что способствует более эффективному обучению. Такие технологии поддерживают самостоятельную работу студентов и делают образовательные ресурсы более доступными.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Несмотря на множество преимуществ, использование ИИ в образовании связано с определенными рисками. Ошибки в алгоритмах могут привести к неправильным выводам, а бездумное использование технологий может снизить критическое мышление студентов. Важно также учитывать вопросы конфиденциальности данных и доступности технологий для всех.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Существуют успешные примеры внедрения ИИ в образовательные процессы в различных вузах. Эти кейс-стадии демонстрируют, как технологии могут быть эффективно интегрированы в учебный процесс, улучшая как качество образования, так и результаты студентов. Важно изучать и применять лучшие практики.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заключение, ИИ представляет собой мощный инструмент, который может значительно улучшить образовательный процесс. Однако важно помнить, что технологии не заменяют преподавателя, а лишь усиливают его возможности. Рекомендуется внедрять ИИ с учетом контроля качества и педагогического дизайна.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05840"/>
            <a:ext cx="10515600" cy="4389120"/>
          </a:xfrm>
          <a:prstGeom prst="round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554480"/>
            <a:ext cx="96926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F4E79"/>
                </a:solidFill>
                <a:latin typeface="Aptos"/>
              </a:defRPr>
            </a:pPr>
            <a:r>
              <a:t>Использование ИИ в образовании: Преимущества, риски и практическое применение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971800"/>
            <a:ext cx="9326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Защита проекта для преподавателей вуза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605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9BD5"/>
                </a:solidFill>
                <a:latin typeface="Aptos"/>
              </a:defRPr>
            </a:pPr>
            <a:r>
              <a:t>Style: Современный ИИ в образовании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"/>
              </a:defRPr>
            </a:pPr>
            <a:r>
              <a:t>Введение в тему ИИ в образовании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6217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Рост применения ИИ в различных сферах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Необходимость адаптации образования к новым технологиям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Цели презентации: показать преимущества, риски и практическое применение ИИ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371600"/>
            <a:ext cx="3840480" cy="4114800"/>
          </a:xfrm>
          <a:prstGeom prst="roundRect">
            <a:avLst/>
          </a:prstGeom>
          <a:solidFill>
            <a:srgbClr val="DCE6F1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F4E79"/>
                </a:solidFill>
                <a:latin typeface="Aptos"/>
              </a:defRPr>
            </a:pPr>
            <a:r>
              <a:t>growth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Иллюстрация роста ИИ в образовании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"/>
              </a:defRPr>
            </a:pPr>
            <a:r>
              <a:t>Преимущества ИИ в образовании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480560"/>
          </a:xfrm>
          <a:prstGeom prst="roundRect">
            <a:avLst/>
          </a:prstGeom>
          <a:solidFill>
            <a:srgbClr val="DCE6F1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Персонализация обучения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Автоматизация рутинных задач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Повышение доступности образовательных материалов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737360"/>
            <a:ext cx="4663440" cy="3566160"/>
          </a:xfrm>
          <a:prstGeom prst="roundRect">
            <a:avLst/>
          </a:prstGeom>
          <a:solidFill>
            <a:srgbClr val="DCE6F1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F4E79"/>
                </a:solidFill>
                <a:latin typeface="Aptos"/>
              </a:defRPr>
            </a:pPr>
            <a:r>
              <a:t>advantages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Иконки, представляющие преимущества 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"/>
              </a:defRPr>
            </a:pPr>
            <a:r>
              <a:t>Персонализированные траектории обучения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6217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Адаптация сложности заданий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Индивидуальный темп подачи материала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Разнообразие форматов объяснений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371600"/>
            <a:ext cx="3840480" cy="4114800"/>
          </a:xfrm>
          <a:prstGeom prst="roundRect">
            <a:avLst/>
          </a:prstGeom>
          <a:solidFill>
            <a:srgbClr val="DCE6F1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F4E79"/>
                </a:solidFill>
                <a:latin typeface="Aptos"/>
              </a:defRPr>
            </a:pPr>
            <a:r>
              <a:t>personalization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График персонализированных траекторий обучения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"/>
              </a:defRPr>
            </a:pPr>
            <a:r>
              <a:t>Автоматизация проверки заданий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480560"/>
          </a:xfrm>
          <a:prstGeom prst="roundRect">
            <a:avLst/>
          </a:prstGeom>
          <a:solidFill>
            <a:srgbClr val="DCE6F1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Автоматическая проверка тестов и коротких ответов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Проверка программного кода и письменных работ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Снижение нагрузки на преподавателей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737360"/>
            <a:ext cx="4663440" cy="3566160"/>
          </a:xfrm>
          <a:prstGeom prst="roundRect">
            <a:avLst/>
          </a:prstGeom>
          <a:solidFill>
            <a:srgbClr val="DCE6F1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F4E79"/>
                </a:solidFill>
                <a:latin typeface="Aptos"/>
              </a:defRPr>
            </a:pPr>
            <a:r>
              <a:t>automation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Иллюстрация автоматизации проверки заданий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"/>
              </a:defRPr>
            </a:pPr>
            <a:r>
              <a:t>Интеллектуальные ассистенты в образовании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840" y="3154680"/>
            <a:ext cx="9875520" cy="7315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274320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798064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29000"/>
            <a:ext cx="1280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  <a:latin typeface="Aptos"/>
              </a:defRPr>
            </a:pPr>
            <a:r>
              <a:t>Быстрые ответы на вопросы студентов</a:t>
            </a:r>
          </a:p>
        </p:txBody>
      </p:sp>
      <p:sp>
        <p:nvSpPr>
          <p:cNvPr id="7" name="Oval 6"/>
          <p:cNvSpPr/>
          <p:nvPr/>
        </p:nvSpPr>
        <p:spPr>
          <a:xfrm>
            <a:off x="3657600" y="274320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798064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3429000"/>
            <a:ext cx="1280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  <a:latin typeface="Aptos"/>
              </a:defRPr>
            </a:pPr>
            <a:r>
              <a:t>Поддержка самостоятельной работы</a:t>
            </a:r>
          </a:p>
        </p:txBody>
      </p:sp>
      <p:sp>
        <p:nvSpPr>
          <p:cNvPr id="10" name="Oval 9"/>
          <p:cNvSpPr/>
          <p:nvPr/>
        </p:nvSpPr>
        <p:spPr>
          <a:xfrm>
            <a:off x="6217920" y="274320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798064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3429000"/>
            <a:ext cx="1280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  <a:latin typeface="Aptos"/>
              </a:defRPr>
            </a:pPr>
            <a:r>
              <a:t>Доступ к образовательным ресурсам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"/>
              </a:defRPr>
            </a:pPr>
            <a:r>
              <a:t>Риски и ограничения использования 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480560"/>
          </a:xfrm>
          <a:prstGeom prst="roundRect">
            <a:avLst/>
          </a:prstGeom>
          <a:solidFill>
            <a:srgbClr val="DCE6F1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Ошибки и галлюцинации моделей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Снижение критического мышления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Конфиденциальность данных и неравный доступ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737360"/>
            <a:ext cx="4663440" cy="3566160"/>
          </a:xfrm>
          <a:prstGeom prst="roundRect">
            <a:avLst/>
          </a:prstGeom>
          <a:solidFill>
            <a:srgbClr val="DCE6F1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F4E79"/>
                </a:solidFill>
                <a:latin typeface="Aptos"/>
              </a:defRPr>
            </a:pPr>
            <a:r>
              <a:t>risks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Иконки рисков и ограничений ИИ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"/>
              </a:defRPr>
            </a:pPr>
            <a:r>
              <a:t>Практическое применение ИИ в вузах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6217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Примеры внедрения ИИ в учебные процессы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Эффективные практики комбинирования ИИ и педагогического дизайна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Кейс-стадии успешных вузов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371600"/>
            <a:ext cx="3840480" cy="4114800"/>
          </a:xfrm>
          <a:prstGeom prst="roundRect">
            <a:avLst/>
          </a:prstGeom>
          <a:solidFill>
            <a:srgbClr val="DCE6F1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F4E79"/>
                </a:solidFill>
                <a:latin typeface="Aptos"/>
              </a:defRPr>
            </a:pPr>
            <a:r>
              <a:t>case_study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Кейс-стадии успешного применения ИИ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Выводы и 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Иллюстрация рекомендаций по использованию 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0241280" cy="246888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FFFFFF"/>
                </a:solidFill>
                <a:latin typeface="Aptos"/>
              </a:defRPr>
            </a:pPr>
            <a:r>
              <a:t>ИИ усиливает возможности преподавателя, но не заменяет его</a:t>
            </a:r>
          </a:p>
          <a:p>
            <a:pPr algn="ctr">
              <a:defRPr sz="1800">
                <a:solidFill>
                  <a:srgbClr val="FFFFFF"/>
                </a:solidFill>
                <a:latin typeface="Aptos"/>
              </a:defRPr>
            </a:pPr>
            <a:r>
              <a:t>Необходимость контроля качества и педагогического дизайна</a:t>
            </a:r>
          </a:p>
          <a:p>
            <a:pPr algn="ctr">
              <a:defRPr sz="1800">
                <a:solidFill>
                  <a:srgbClr val="FFFFFF"/>
                </a:solidFill>
                <a:latin typeface="Aptos"/>
              </a:defRPr>
            </a:pPr>
            <a:r>
              <a:t>Рекомендации по безопасному и эффективному использованию 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