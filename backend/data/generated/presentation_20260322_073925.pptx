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Бананы являются одним из самых популярных фруктов в мире. Их история насчитывает тысячи лет, и они имеют значительное место в культуре многих стран. Важно понимать не только их происхождение, но и питательные свойства, которые делают бананы важным элементом рациона.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Бананы богаты калием, что способствует нормализации артериального давления и поддержанию сердечно-сосудистой системы. Кроме того, они содержат антиоксиданты, которые помогают бороться с окислительным стрессом. Клетчатка в бананах способствует улучшению пищеварения и поддерживает здоровье кишечника.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Бананы занимают важное место в мировой экономике как одна из основных сельскохозяйственных культур. Страны, такие как Эквадор и Филиппины, являются ведущими производителями и экспортерами бананов. Это создает рабочие места и поддерживает экономическое развитие в регионах, где они выращиваются.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бананы представляют собой не только полезный продукт для здоровья, но и важный элемент экономики. Рекомендуется включать бананы в ежедневный рацион для получения их питательных свойств. Также необходимо продолжать исследования, чтобы раскрыть новые возможности использования бананов в различных сферах.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05840"/>
            <a:ext cx="10515600" cy="4389120"/>
          </a:xfrm>
          <a:prstGeom prst="roundRect">
            <a:avLst/>
          </a:prstGeom>
          <a:solidFill>
            <a:srgbClr val="F0E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554480"/>
            <a:ext cx="96926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D700"/>
                </a:solidFill>
                <a:latin typeface="Arial"/>
              </a:defRPr>
            </a:pPr>
            <a:r>
              <a:t>Ценность бананов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7180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  <a:r>
              <a:t>Анализ и рекомендации для преподавателей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B4513"/>
                </a:solidFill>
                <a:latin typeface="Arial"/>
              </a:defRPr>
            </a:pPr>
            <a:r>
              <a:t>Style: Ценность бананов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33333"/>
                </a:solidFill>
                <a:latin typeface="Arial"/>
              </a:defRPr>
            </a:pPr>
            <a:r>
              <a:t>Введение в тему бананов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6217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История и происхождение бананов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Популярность бананов в разных культурах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Питательная ценность бананов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371600"/>
            <a:ext cx="3840480" cy="4114800"/>
          </a:xfrm>
          <a:prstGeom prst="roundRect">
            <a:avLst/>
          </a:prstGeom>
          <a:solidFill>
            <a:srgbClr val="F0E68C"/>
          </a:solidFill>
          <a:ln w="1524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700"/>
                </a:solidFill>
                <a:latin typeface="Arial"/>
              </a:defRPr>
            </a:pPr>
            <a:r>
              <a:t>история</a:t>
            </a:r>
          </a:p>
          <a:p>
            <a:pPr>
              <a:defRPr sz="1400">
                <a:solidFill>
                  <a:srgbClr val="333333"/>
                </a:solidFill>
                <a:latin typeface="Arial"/>
              </a:defRPr>
            </a:pPr>
            <a:r>
              <a:t>Иллюстрация бананов с картой их происхождения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33333"/>
                </a:solidFill>
                <a:latin typeface="Arial"/>
              </a:defRPr>
            </a:pPr>
            <a:r>
              <a:t>Польза бананов для здоровья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0E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0E68C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Высокое содержание калия и его роль в организме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Антиоксиданты и их влияние на здоровье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Arial"/>
              </a:defRPr>
            </a:pPr>
            <a:r>
              <a:t>Поддержка пищеварения благодаря клетчатке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663440" cy="3566160"/>
          </a:xfrm>
          <a:prstGeom prst="roundRect">
            <a:avLst/>
          </a:prstGeom>
          <a:solidFill>
            <a:srgbClr val="F0E68C"/>
          </a:solidFill>
          <a:ln w="1524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D700"/>
                </a:solidFill>
                <a:latin typeface="Arial"/>
              </a:defRPr>
            </a:pPr>
            <a:r>
              <a:t>здоровье</a:t>
            </a:r>
          </a:p>
          <a:p>
            <a:pPr>
              <a:defRPr sz="1400">
                <a:solidFill>
                  <a:srgbClr val="333333"/>
                </a:solidFill>
                <a:latin typeface="Arial"/>
              </a:defRPr>
            </a:pPr>
            <a:r>
              <a:t>График, показывающий содержание калия в бананах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33333"/>
                </a:solidFill>
                <a:latin typeface="Arial"/>
              </a:defRPr>
            </a:pPr>
            <a:r>
              <a:t>Экономическое значение бананов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154680"/>
            <a:ext cx="9875520" cy="7315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274320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Мировые лидеры по производству бананов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274320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Экспорт и импорт бананов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798064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12801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Влияние на местные экономики и сельское хозяйство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Выводы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  <a:r>
              <a:t>Иллюстрация с бананами и рекомендациями по их употреблению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10241280" cy="246888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  <a:latin typeface="Arial"/>
              </a:defRPr>
            </a:pPr>
            <a:r>
              <a:t>Обобщение пользы бананов для здоровья и экономики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Рекомендации по включению бананов в рацион</a:t>
            </a:r>
          </a:p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Перспективы для исследований и развития в области бананов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