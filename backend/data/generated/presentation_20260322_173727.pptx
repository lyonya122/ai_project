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Зеленая энергетика представляет собой использование источников энергии с низким уровнем выбросов углерода. Она включает в себя солнечную, ветровую, гидро и геотермальную энергетику, что делает её ключевым элементом в борьбе с изменением климата и обеспечении энергетической безопасности.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Текущие тренды в зеленой энергетике показывают, что технологии, такие как водородные и умные сети, становятся все более актуальными. Развитие цифрового управления энергосистемами позволяет эффективно интегрировать возобновляемые источники энергии в существующие сети.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Инвестиции в зеленую энергетику не только способствуют снижению выбросов парниковых газов, но и уменьшают зависимость от ископаемого топлива. Это также способствует росту энергетической безопасности и созданию новых рабочих мест в устойчивых отраслях.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Технологические инновации играют ключевую роль в развитии зеленой энергетики. Удешевление фотоэлектрических панелей и повышение эффективности ветровой энергетики открывают новые возможности для инвесторов и способствуют экологической устойчивости.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Рынок зеленой энергетики демонстрирует устойчивый рост, что открывает новые инвестиционные возможности. Ключевые игроки и стартапы активно развивают инновационные решения, а государственные инициативы и субсидии создают благоприятные условия для инвестиций.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Несмотря на перспективы, инвесторы сталкиваются с определенными рисками и вызовами. Технические и финансовые риски, а также регуляторные барьеры могут повлиять на успешность проектов в области зеленой энергетики.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Существуют успешные примеры проектов в области зеленой энергетики, которые демонстрируют эффективность и жизнеспособность таких инициатив. Кейс солнечной энергетики в Европе и достижения в ветровой энергетике служат вдохновляющими примерами для будущих инвестиций.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заключение, инвесторам рекомендуется активно инвестировать в новые технологии и следить за трендами рынка. Сотрудничество с государственными и частными инициативами может значительно повысить шансы на успех в этом динамично развивающемся секторе.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987552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000" b="1">
                <a:solidFill>
                  <a:srgbClr val="064E3B"/>
                </a:solidFill>
              </a:defRPr>
            </a:pPr>
            <a:r>
              <a:t>Зеленая энергия: Инвестиции в будущее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743200"/>
            <a:ext cx="7498079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66534"/>
                </a:solidFill>
              </a:defRPr>
            </a:pPr>
            <a:r>
              <a:t>Потенциал и возможности для инвесторов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Введение в зеленую энергетику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11095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Определение зеленой энергетики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5117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Основные источники: солнечная, ветровая, гидро, геотермальная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9125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Растущий интерес со стороны инвесторов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3133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70332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Важность устойчивого развития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86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Символы зеленой энергетики: солнечные панели, ветряные турбины и капли воды на фоне мягкого пастельного цвета.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Текущие тренды в зеленой энергетике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Развитие батарей и умных сетей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Водородные технологии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Развитие батарей и умных сетей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Водородные технологии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Цифровое управление энергосистемами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Интеграция возобновляемых источников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Экономические преимущества зеленой энергетики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4617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8424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Снижение выбросов парниковых газов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4617720" cy="1234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8424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Уменьшение зависимости от ископаемого топлива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4617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85876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Рост энергетической безопасности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657600"/>
            <a:ext cx="4617720" cy="1234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85876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Создание новых рабочих мест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Технологические инновации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9834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Удешевление фотоэлектрических панелей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32888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Эффективность ветровой энергетики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99816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Экологические аспекты гидроэнергетики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66744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Развитие технологий хранения энергии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Рынок и инвестиционные возможности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11095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Рост рынка зеленой энергетики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5117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Ключевые игроки и стартапы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9125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Государственные инициативы и субсидии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3133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70332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Инвестиционные фонды и программы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86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Карта мира с указанием ключевых игроков и стартапов в зеленой энергетике, на фоне светлого тона.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Риски и вызовы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Технические и финансовые риски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Регуляторные барьеры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Технические и финансовые риски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Регуляторные барьеры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Конкуренция с традиционными источниками энергии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Изменения в политической ситуации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Примеры успешных проектов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9834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Кейс солнечной энергетики в Европе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32888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Успехи в ветровой энергетике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99816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Инновационные решения в гидроэнергетике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66744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Международные партнерства и коллаборации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Выводы и рекомендации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10149840" cy="3246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23160"/>
            <a:ext cx="841248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500" b="1">
                <a:solidFill>
                  <a:srgbClr val="0F172A"/>
                </a:solidFill>
              </a:defRPr>
            </a:pPr>
            <a:r>
              <a:t>Инвестировать в новые технологии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412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0">
                <a:solidFill>
                  <a:srgbClr val="475569"/>
                </a:solidFill>
              </a:defRPr>
            </a:pPr>
            <a:r>
              <a:t>Следить за трендами рынка • Сотрудничать с государственными и частными инициативами • Оценивать долгосрочные перспективы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