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 с низким уровнем выбросов углерода. Ключевые источники включают солнечную, ветровую и гидроэнергию, которые играют важную роль в сокращении углеродного следа и борьбе с глобальным потеплением.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Сектор зеленой энергетики демонстрирует значительный рост, что связано с увеличением инвестиций и развитием новых технологий. Особенно заметно развитие технологий хранения энергии и водородных технологий, которые открывают новые горизонты для устойчивого энергоснабжения.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приносит множество преимуществ, включая снижение выбросов парниковых газов и увеличение энергетической безопасности. Кроме того, этот переход способствует созданию новых рабочих мест в растущих отраслях, что имеет положительное влияние на экономику.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Технологические инновации играют ключевую роль в развитии зеленой энергетики. Удешевление фотоэлектрических панелей и повышение эффективности ветровой энергетики позволяют сделать эти источники более доступными и эффективными. Умные сети и цифровое управление также способствуют оптимизации энергопотребления.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Сектор зеленой энергетики предлагает множество инвестиционных возможностей. Инвесторы могут рассмотреть перспективные компании и стартапы, а также участвовать в государственных программах и субсидиях, которые поддерживают развитие устойчивых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сопряжены с определенными рисками. Непредсказуемость рынка и необходимость постоянных технологических инноваций могут стать вызовами для инвесторов. Также важно учитывать экологические и социальные аспекты, которые могут повлиять на успешность проектов.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Будущее зеленой энергетики выглядит многообещающе, с прогнозами значительного роста сектора. Это развитие окажет влияние на глобальную экономику и создаст возможности для устойчивого развития, что делает его привлекательным для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инвесторы должны рассмотреть возможность инвестирования в устойчивые технологии и следить за текущими трендами в зеленой энергетике. Сотрудничество с экспертами и организациями в этой области поможет минимизировать риски и максимизировать потенциал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896112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064E3B"/>
                </a:solidFill>
              </a:defRPr>
            </a:pPr>
            <a:r>
              <a:t>Зеленая энергия: Инвестиционные возможности и перспективы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514600"/>
            <a:ext cx="71323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Преобразование энергетического ландшафта для устойчивого будущего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25880"/>
            <a:ext cx="2834640" cy="32004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737360"/>
            <a:ext cx="2103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064E3B"/>
                </a:solidFill>
              </a:defRPr>
            </a:pPr>
            <a:r>
              <a:t>AI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331720"/>
            <a:ext cx="2057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000" b="1">
                <a:solidFill>
                  <a:srgbClr val="064E3B"/>
                </a:solidFill>
              </a:defRPr>
            </a:pPr>
            <a:r>
              <a:t>Multi-agent</a:t>
            </a:r>
            <a:br/>
            <a:r>
              <a:t>RAG</a:t>
            </a:r>
            <a:br/>
            <a:r>
              <a:t>PPTX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79" y="1508760"/>
            <a:ext cx="393192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01952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8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Ключевые источники: солнечная, ветровая, гидроэнергетика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01568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82696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Роль зеленой энергетики в борьбе с изменением климата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74519"/>
            <a:ext cx="3291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475569"/>
                </a:solidFill>
              </a:defRPr>
            </a:pPr>
            <a:r>
              <a:t>Visual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15468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t>Графическое представление зеленой энергетики с изображением солнечных панелей и ветряков.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83480"/>
            <a:ext cx="201168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020056"/>
            <a:ext cx="1645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энергия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0352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Block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572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Block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Увеличение инвестиций в зеленую энергетику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технологий хранения энергии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9864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Рост популярности водородных технологий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зеленой энергетики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79" y="1508760"/>
            <a:ext cx="393192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901952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Снижение выбросов парниковых газов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532888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Увеличение энергетической безопасности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01568"/>
            <a:ext cx="164592" cy="16459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82696"/>
            <a:ext cx="5486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Создание новых рабочих мест в устойчивых отраслях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874519"/>
            <a:ext cx="3291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1">
                <a:solidFill>
                  <a:srgbClr val="475569"/>
                </a:solidFill>
              </a:defRPr>
            </a:pPr>
            <a:r>
              <a:t>Visual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15468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0F172A"/>
                </a:solidFill>
              </a:defRPr>
            </a:pPr>
            <a:r>
              <a:t>Иконки, представляющие преимущества: чистый воздух, безопасность, рабочие места.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983480"/>
            <a:ext cx="201168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5020056"/>
            <a:ext cx="1645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100" b="1">
                <a:solidFill>
                  <a:srgbClr val="4F46E5"/>
                </a:solidFill>
              </a:defRPr>
            </a:pPr>
            <a:r>
              <a:t>преимущества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Технологические инновации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10972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3749039"/>
            <a:ext cx="93268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349300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0116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Удешевление фотоэлектрических панелей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349300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60520"/>
            <a:ext cx="20116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Эффективность ветровой энергетики в различных регионах</a:t>
            </a:r>
          </a:p>
        </p:txBody>
      </p:sp>
      <p:sp>
        <p:nvSpPr>
          <p:cNvPr id="11" name="Oval 10"/>
          <p:cNvSpPr/>
          <p:nvPr/>
        </p:nvSpPr>
        <p:spPr>
          <a:xfrm>
            <a:off x="10378440" y="3493008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4160520"/>
            <a:ext cx="201168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0F172A"/>
                </a:solidFill>
              </a:defRPr>
            </a:pPr>
            <a:r>
              <a:t>Развитие умных сетей и цифрового управления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Инвестиционные возможности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114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Обзор перспективных компаний и стартапов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4617720" cy="1417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114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Инвестиции в инфраструктуру и технологии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60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1148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Государственные программы и субсидии для инвесторов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вызовы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0352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572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Block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5720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Block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Непредсказуемость рынка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Технологические риски и необходимость инноваций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9864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Экологические и социальные аспекты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Будущее зеленой энергетики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0378440" cy="4114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7315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400" b="1">
                <a:solidFill>
                  <a:srgbClr val="4F46E5"/>
                </a:solidFill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57400"/>
            <a:ext cx="86868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Прогнозы роста сектора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434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Влияние на глобальную экономику • Потенциал для устойчивого развития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411480"/>
            <a:ext cx="1463040" cy="384048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 и рекомендации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828800"/>
            <a:ext cx="10058400" cy="3383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412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Инвестировать в устойчивые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412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475569"/>
                </a:solidFill>
              </a:defRPr>
            </a:pPr>
            <a:r>
              <a:t>Следить за трендами и инновациями • Сотрудничать с экспертами и организациями в области зеленой энергетики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