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последние годы искусственный интеллект активно внедряется в образовательную среду. Это связано с необходимостью создания эффективных инструментов, которые помогут преподавателям в их работе. В данной презентации мы рассмотрим, как AI-приложение может улучшить образовательный процесс.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Современное образование сталкивается с рядом проблем, включая трудности в персонализации обучения для каждого студента. Традиционные методы часто оказываются неэффективными, что требует внедрения новых технологий. Однако использование ИИ также сопряжено с определенными рисками, которые необходимо учитывать.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рынке существует множество AI-решений для образования, каждое из которых предлагает свои уникальные функции. Однако многие из них имеют как преимущества, так и недостатки. Важно понять, какие инструменты наиболее эффективны и какие из них нуждаются в доработке для лучшей адаптации к потребностям преподавателей.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AI-приложение предлагает уникальные возможности, такие как создание персонализированных траекторий обучения для студентов. Оно также позволяет автоматизировать рутинные задачи преподавателей, что значительно упрощает их работу. Интеграция с существующими образовательными платформами делает его использование более удобным.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Технологическая основа нашего приложения включает в себя алгоритмы машинного обучения, которые позволяют эффективно обрабатывать и анализировать данные. Важным аспектом является обеспечение безопасности и конфиденциальности информации пользователей, что является приоритетом в образовательной среде.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уже имеем успешные примеры внедрения нашего AI-приложения в учебные заведения, которые показывают положительные результаты. Преподаватели и студенты отмечают улучшение качества обучения и удобство использования. Эти кейсы подтверждают эффективность нашего решения.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основе проведенного анализа мы пришли к выводу о необходимости интеграции ИИ в образовательный процесс. Рекомендуем организовать обучение для преподавателей, чтобы они могли эффективно использовать новые технологии. Также важно обеспечить поддержку пользователей и создать сообщество для обмена опытом.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заключение, мы подтверждаем ценность нашего AI-приложения для образования и призываем к сотрудничеству для его внедрения. Открыты к вопросам и обсуждениям, чтобы совместно развивать образовательные технологии. Уверены, что использование ИИ в образовании имеет долгосрочные перспективы.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D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417320"/>
            <a:ext cx="987552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3000" b="1">
                <a:solidFill>
                  <a:srgbClr val="064E3B"/>
                </a:solidFill>
              </a:defRPr>
            </a:pPr>
            <a:r>
              <a:t>AI-приложение для генерации презентаций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2743200"/>
            <a:ext cx="7498079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166534"/>
                </a:solidFill>
              </a:defRPr>
            </a:pPr>
            <a:r>
              <a:t>Защита проекта и прикладная ценность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Введение в тему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08760"/>
            <a:ext cx="108813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911095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78308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Рост использования ИИ в образовании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5117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42316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Необходимость эффективных инструментов для преподавателей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19125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Цель презентации: показать ценность AI-приложения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831336"/>
            <a:ext cx="146304" cy="146304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703320"/>
            <a:ext cx="95097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800" b="0">
                <a:solidFill>
                  <a:srgbClr val="0F172A"/>
                </a:solidFill>
              </a:defRPr>
            </a:pPr>
            <a:r>
              <a:t>Актуальность темы в современном образовательном процессе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Контекст и проблемы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Сложности в персонализации обуче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Неэффективность традиционных мет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Сложности в персонализации обучения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Неэффективность традиционных методов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Риски, связанные с использованием 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Необходимость адаптации к новым требованиям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Текущие решения на рынке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5262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Подход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600" b="1">
                <a:solidFill>
                  <a:srgbClr val="6366F1"/>
                </a:solidFill>
              </a:defRPr>
            </a:pPr>
            <a:r>
              <a:t>Подход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86000"/>
            <a:ext cx="45262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Разнообразие приложений и их функционал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52928"/>
            <a:ext cx="45262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Необходимость в более адаптивных инструментах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86000"/>
            <a:ext cx="45262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Преимущества и недостатки текущих решений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52928"/>
            <a:ext cx="4526280" cy="47548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Анализ конкурентов и их предложений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Преимущества AI-приложения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45920"/>
            <a:ext cx="49834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4_Преимущества_AI-приложени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737360"/>
            <a:ext cx="5029200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1965960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Персонализированные траектории обучения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32888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Автоматизация рутинных задач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99816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Интеграция с образовательными платформами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666744"/>
            <a:ext cx="42976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Улучшение качества образовательного процесса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Технологические аспекты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0200"/>
            <a:ext cx="52578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7920" y="1600200"/>
            <a:ext cx="5257800" cy="4480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Использование алгоритмов машинно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52628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500" b="1">
                <a:solidFill>
                  <a:srgbClr val="0F172A"/>
                </a:solidFill>
              </a:defRPr>
            </a:pPr>
            <a:r>
              <a:t>Обработка и анализ данных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Использование алгоритмов машинного обучения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Обработка и анализ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Обеспечение безопасности и конфиденциальности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807208"/>
            <a:ext cx="452628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1700" b="0">
                <a:solidFill>
                  <a:srgbClr val="0F172A"/>
                </a:solidFill>
              </a:defRPr>
            </a:pPr>
            <a:r>
              <a:t>• Адаптивные технологии для разных уровней обучения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Примеры успешного применения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48840"/>
            <a:ext cx="10241280" cy="182880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2542032"/>
            <a:ext cx="91440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300" b="1">
                <a:solidFill>
                  <a:srgbClr val="0F172A"/>
                </a:solidFill>
              </a:defRPr>
            </a:pPr>
            <a:r>
              <a:t>Успешные примеры внедрения в учебные заведения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Выводы и рекомендации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10149840" cy="3246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23160"/>
            <a:ext cx="8412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500" b="1">
                <a:solidFill>
                  <a:srgbClr val="0F172A"/>
                </a:solidFill>
              </a:defRPr>
            </a:pPr>
            <a:r>
              <a:t>Необходимость интеграции ИИ в образовательный процесс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412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>
                <a:solidFill>
                  <a:srgbClr val="475569"/>
                </a:solidFill>
              </a:defRPr>
            </a:pPr>
            <a:r>
              <a:t>Рекомендации по обучению преподавателей • Поддержка и сопровождение пользователей • Создание сообщества пользователей для обмена опытом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b="1" sz="2700">
                <a:solidFill>
                  <a:srgbClr val="0F172A"/>
                </a:solidFill>
              </a:defRPr>
            </a:pPr>
            <a:r>
              <a:t>Заключение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10149840" cy="32461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423160"/>
            <a:ext cx="841248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500" b="1">
                <a:solidFill>
                  <a:srgbClr val="0F172A"/>
                </a:solidFill>
              </a:defRPr>
            </a:pPr>
            <a:r>
              <a:t>Подтверждение ценности AI-приложения для образования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0"/>
            <a:ext cx="8412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>
                <a:solidFill>
                  <a:srgbClr val="475569"/>
                </a:solidFill>
              </a:defRPr>
            </a:pPr>
            <a:r>
              <a:t>Призыв к сотрудничеству и внедрению • Открытость к вопросам и обсуждениям • Долгосрочные перспективы использования ИИ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