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Зеленая энергетика представляет собой использование возобновляемых источников энергии, которые способствуют снижению углеродных выбросов. Важно понимать, что переход на зеленую энергетику не только помогает в борьбе с изменением климата, но и способствует устойчивому развитию общества.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 на зеленую энергетику обусловлен необходимостью борьбы с изменением климата и сокращением выбросов парниковых газов. Кроме того, это позволяет снизить зависимость стран от ископаемых источников энергии и повысить их энергетическую безопасность.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Современные тренды в зеленой энергетике включают в себя развитие технологий хранения энергии, таких как батареи, и использование водородных технологий. Цифровизация энергосистем позволяет более эффективно управлять ресурсами и интегрировать возобновляемые источники.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Солнечная и ветровая энергетика являются одними из самых быстроразвивающихся сегментов зеленой энергетики. Удешевление технологий и доступность ресурсов делают эти источники энергии особенно привлекательными для инвестиций и использования.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Зеленая энергетика не только способствует созданию новых рабочих мест, но и развивает новые технологические отрасли. Это, в свою очередь, ведет к устойчивому развитию местных сообществ и снижению затрат на энергию.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Несмотря на преимущества, зеленая энергетика сталкивается с рядом рисков и вызовов. Необходимость значительных инвестиций и наличие технических барьеров могут замедлить развитие этого сектора.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успешного внедрения зеленой энергетики необходимо разработать четкую государственную политику и поддерживать исследования в этой области. Стимулирование частных инвестиций также играет ключевую роль в развитии данного сектора.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заключение, переход на зеленую энергетику открывает множество возможностей для устойчивого развития. Совместные усилия стран и организаций необходимы для достижения поставленных целей и реализации перспективных технологий.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987552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000" b="1">
                <a:solidFill>
                  <a:srgbClr val="064E3B"/>
                </a:solidFill>
              </a:defRPr>
            </a:pPr>
            <a:r>
              <a:t>Зеленая энергия: Перспективы и Прикладная Ценность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743200"/>
            <a:ext cx="7498079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66534"/>
                </a:solidFill>
              </a:defRPr>
            </a:pPr>
            <a:r>
              <a:t>Защита проекта для преподавателя и комиссии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Введение в зеленую энергетику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11095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Определение зеленой энергетики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5117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2316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Источники зеленой энергии: солнечная, ветровая, гидроэнергетика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9125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Значение для устойчивого развития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3133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70332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Влияние на климатические изменения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Причины развития зеленой энергетики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5780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Снижение выбросов парниковых газ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Уменьшение зависимости от ископа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Снижение выбросов парниковых газов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Уменьшение зависимости от ископаемого топлива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Рост энергетической безопасности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Экономическая выгода от возобновляемых источников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Текущие тренды в зеленой энергетике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9834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89320" y="1737360"/>
            <a:ext cx="5029200" cy="4160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3474720"/>
            <a:ext cx="39319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Иллюстрация недоступна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Развитие батарей и умных сетей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32888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Водородные технологии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99816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Цифровое управление энергосистемами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66744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Интеграция возобновляемых источников в энергосистемы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Преимущества солнечной и ветровой энергетики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11095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Удешевление фотоэлектрических панелей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5117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2316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Эффективность ветровой энергетики в определенных регионах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9125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Экологические аспекты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3133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70332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Доступность ресурсов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Экономические и социальные выгоды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4617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947672"/>
            <a:ext cx="420624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Создание новых рабочих мест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3080"/>
            <a:ext cx="4617720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4807" y="1947672"/>
            <a:ext cx="420624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Развитие новых технологических отраслей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337560"/>
            <a:ext cx="4617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3502152"/>
            <a:ext cx="420624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Устойчивое развитие местных сообществ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337560"/>
            <a:ext cx="4617720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3502152"/>
            <a:ext cx="420624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Снижение затрат на энергию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Риски и вызовы зеленой энергетики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5780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Экологические последствия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Необходимость инвестиций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Экологические последствия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Необходимость инвестиций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Технические и инфраструктурные барьеры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Проблемы с интеграцией в существующие системы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Рекомендации по внедрению зеленой энергетики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9834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89320" y="1737360"/>
            <a:ext cx="5029200" cy="4160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3474720"/>
            <a:ext cx="39319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Иллюстрация недоступна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Разработка государственной политики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32888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Поддержка исследований и разработок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99816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Стимулирование частных инвестиций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66744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Образование и повышение осведомленности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Заключение и перспективы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10149840" cy="3246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23160"/>
            <a:ext cx="841248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500" b="1">
                <a:solidFill>
                  <a:srgbClr val="0F172A"/>
                </a:solidFill>
              </a:defRPr>
            </a:pPr>
            <a:r>
              <a:t>Долгосрочные выгоды от перехода на зеленую энергетику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412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0">
                <a:solidFill>
                  <a:srgbClr val="475569"/>
                </a:solidFill>
              </a:defRPr>
            </a:pPr>
            <a:r>
              <a:t>Перспективы развития технологий • Важность совместных усилий для достижения целей • Необходимость международного сотрудничества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