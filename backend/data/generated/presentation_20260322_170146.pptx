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представляет собой использование источников энергии с низким уровнем выбросов углерода. Включает в себя солнечную, ветровую и гидроэнергетику, которые становятся все более актуальными в условиях изменения климата. Инвесторы проявляют растущий интерес к этому сектору, что открывает новые возможности для капиталовложений.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Современные тренды в зеленой энергетике включают активное развитие технологий хранения энергии, таких как батареи. Водородные технологии начинают занимать важное место в энергетическом ландшафте. Также наблюдается рост цифровизации, что позволяет более эффективно управлять энергосистемами.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 на зеленую энергетику приносит значительные выгоды, включая снижение выбросов парниковых газов, что способствует борьбе с изменением климата. Это также позволяет странам уменьшить зависимость от ископаемого топлива и повысить свою энергетическую безопасность.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Инвестиции в зеленую энергетику открывают новые технологические отрасли и способствуют созданию рабочих мест. Снижение затрат на производство энергии делает этот сектор экономически привлекательным для инвесторов. Это создает возможности для долгосрочного роста и развития.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Рынок зеленой энергетики демонстрирует значительный рост объемов инвестиций, что свидетельствует о его привлекательности. Конкуренция с традиционными источниками энергии усиливается, и многие государства вводят инициативы и субсидии для поддержки этого сектора.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Несмотря на перспективы, инвесторы сталкиваются с рядом рисков, включая технические и финансовые. Регуляторные барьеры могут затруднить вход на рынок, а неопределенность в политике может повлиять на стабильность инвестиций.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успешных инвестиций в зеленую энергетику рекомендуется диверсификация портфеля, что позволяет снизить риски. Инвестирование в стартапы и инновационные проекты может принести значительные дивиденды. Сотрудничество с государственными и частными организациями также может открыть новые возможности.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Зеленая энергетика становится стратегическим выбором для инвесторов, стремящихся к устойчивому развитию. Долгосрочное планирование и участие в проектах, направленных на устойчивое развитие, являются ключевыми факторами успеха. Инвесторы должны учитывать эти аспекты при принятии решений.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rmAutofit/>
          </a:bodyPr>
          <a:lstStyle/>
          <a:p>
            <a:pPr algn="l">
              <a:defRPr b="1" sz="3000">
                <a:solidFill>
                  <a:srgbClr val="111827"/>
                </a:solidFill>
              </a:defRPr>
            </a:pPr>
            <a:r>
              <a:t>Зеленая энергия: Инвестиции в будущее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rm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t>Потенциал и возможности для инвесторов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b="1" sz="2600">
                <a:solidFill>
                  <a:srgbClr val="111827"/>
                </a:solidFill>
              </a:defRPr>
            </a:pPr>
            <a:r>
              <a:t>Введение в зеленую энергетику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58368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Определение зеленой энергетики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Основные источники: солнечная, ветровая, гидроэнергетика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Растущий интерес со стороны инвесторов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645920"/>
            <a:ext cx="365760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t>Visual idea</a:t>
            </a:r>
            <a:br/>
            <a:r>
              <a:t>Введение в зеленую энергетику с изображением солнечных панелей и ветряков на фоне.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b="1" sz="2600">
                <a:solidFill>
                  <a:srgbClr val="111827"/>
                </a:solidFill>
              </a:defRPr>
            </a:pPr>
            <a:r>
              <a:t>Текущие тренды в зеленой энергетике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Развитие батарей и умных сетей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Водородные технологии как будущее энергетики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Цифровое управление энергосистемами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b="1" sz="2600">
                <a:solidFill>
                  <a:srgbClr val="111827"/>
                </a:solidFill>
              </a:defRPr>
            </a:pPr>
            <a:r>
              <a:t>Преимущества зеленой энергетики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583680" cy="4297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Снижение выбросов парниковых газов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Уменьшение зависимости от ископаемого топлива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Рост энергетической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645920"/>
            <a:ext cx="365760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t>Visual idea</a:t>
            </a:r>
            <a:br/>
            <a:r>
              <a:t>Преимущества зеленой энергетики, визуализированные через иконки экологии.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b="1" sz="2600">
                <a:solidFill>
                  <a:srgbClr val="111827"/>
                </a:solidFill>
              </a:defRPr>
            </a:pPr>
            <a:r>
              <a:t>Экономические перспективы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457200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111827"/>
                </a:solidFill>
              </a:defRPr>
            </a:pPr>
            <a:r>
              <a:t>Рост новых технологических отраслей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828800"/>
            <a:ext cx="457200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111827"/>
                </a:solidFill>
              </a:defRPr>
            </a:pPr>
            <a:r>
              <a:t>Создание рабочих мест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457200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111827"/>
                </a:solidFill>
              </a:defRPr>
            </a:pPr>
            <a:r>
              <a:t>Снижение затрат на производство энергии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b="1" sz="2600">
                <a:solidFill>
                  <a:srgbClr val="111827"/>
                </a:solidFill>
              </a:defRPr>
            </a:pPr>
            <a:r>
              <a:t>Рынок зеленой энергетики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43891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Подход / Фактор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554480"/>
            <a:ext cx="43891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111827"/>
                </a:solidFill>
              </a:defRPr>
            </a:pPr>
            <a:r>
              <a:t>Подход / Фактор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48056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Объемы инвестиций в зеленую энергетику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Государственные инициативы и субсидии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011680"/>
            <a:ext cx="4480560" cy="3474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Конкуренция с традиционными источниками энергии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b="1" sz="2600">
                <a:solidFill>
                  <a:srgbClr val="111827"/>
                </a:solidFill>
              </a:defRPr>
            </a:pPr>
            <a:r>
              <a:t>Риски и вызовы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Технические и финансовые риски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Регуляторные барьеры</a:t>
            </a:r>
          </a:p>
          <a:p>
            <a:pPr>
              <a:spcAft>
                <a:spcPts val="1000"/>
              </a:spcAft>
              <a:defRPr sz="2000">
                <a:solidFill>
                  <a:srgbClr val="111827"/>
                </a:solidFill>
              </a:defRPr>
            </a:pPr>
            <a:r>
              <a:t>Неопределенность в политике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b="1" sz="2600">
                <a:solidFill>
                  <a:srgbClr val="111827"/>
                </a:solidFill>
              </a:defRPr>
            </a:pPr>
            <a:r>
              <a:t>Стратегии для инвесторов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840480"/>
            <a:ext cx="10241280" cy="73152"/>
          </a:xfrm>
          <a:prstGeom prst="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3538728"/>
            <a:ext cx="512064" cy="512064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389120"/>
            <a:ext cx="2103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111827"/>
                </a:solidFill>
              </a:defRPr>
            </a:pPr>
            <a:r>
              <a:t>Диверсификация портфеля</a:t>
            </a:r>
          </a:p>
        </p:txBody>
      </p:sp>
      <p:sp>
        <p:nvSpPr>
          <p:cNvPr id="6" name="Oval 5"/>
          <p:cNvSpPr/>
          <p:nvPr/>
        </p:nvSpPr>
        <p:spPr>
          <a:xfrm>
            <a:off x="5779007" y="3538728"/>
            <a:ext cx="512064" cy="512064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83479" y="4389120"/>
            <a:ext cx="2103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111827"/>
                </a:solidFill>
              </a:defRPr>
            </a:pPr>
            <a:r>
              <a:t>Инвестирование в стартапы и инновации</a:t>
            </a:r>
          </a:p>
        </p:txBody>
      </p:sp>
      <p:sp>
        <p:nvSpPr>
          <p:cNvPr id="8" name="Oval 7"/>
          <p:cNvSpPr/>
          <p:nvPr/>
        </p:nvSpPr>
        <p:spPr>
          <a:xfrm>
            <a:off x="10899648" y="3538728"/>
            <a:ext cx="512064" cy="512064"/>
          </a:xfrm>
          <a:prstGeom prst="ellipse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22815" y="4389120"/>
            <a:ext cx="21031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400" b="0">
                <a:solidFill>
                  <a:srgbClr val="111827"/>
                </a:solidFill>
              </a:defRPr>
            </a:pPr>
            <a:r>
              <a:t>Сотрудничество с государственными и частными организациями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b="1" sz="2600">
                <a:solidFill>
                  <a:srgbClr val="111827"/>
                </a:solidFill>
              </a:defRPr>
            </a:pPr>
            <a:r>
              <a:t>Заключение и рекомендации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377440"/>
            <a:ext cx="822960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400" b="1">
                <a:solidFill>
                  <a:srgbClr val="111827"/>
                </a:solidFill>
              </a:defRPr>
            </a:pPr>
            <a:r>
              <a:t>Зеленая энергетика как стратегический выбор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3749039"/>
            <a:ext cx="804672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600" b="0">
                <a:solidFill>
                  <a:srgbClr val="111827"/>
                </a:solidFill>
              </a:defRPr>
            </a:pPr>
            <a:r>
              <a:t>Необходимость долгосрочного планирования • Важность участия в устойчивом развитии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