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данном слайде мы рассмотрим основную проблему, с которой сталкиваются преподаватели при создании презентаций. Автоматизация этого процесса позволит значительно сократить время на подготовку материалов и повысить их 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Актуальность разработки нашего приложения обусловлена ростом использования технологий в образовательном процессе. Преподаватели нуждаются в эффективных инструментах, которые помогут им создавать качественные презентации быстро и легко.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этом слайде мы обсудим технологии, лежащие в основе нашего приложения. Искусственный интеллект и обработка естественного языка позволяют создавать презентации, которые соответствуют запросам пользователей и интегрируются с уже существующими платформами.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предлагаем ряд ключевых функций, которые делают наше приложение уникальным. Генерация слайдов на основе текстового ввода, автоматическое создание графиков и подбор шаблонов значительно упрощают процесс подготовки материалов.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Удобство использования является одним из приоритетов нашего приложения. Мы разработали интуитивно понятный интерфейс, который поддерживает различные форматы ввода и доступен на мобильных устройствах.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приносит значительную пользу преподавателям, позволяя сократить время на подготовку материалов и улучшить качество презентаций. Это, в свою очередь, повышает вовлеченность студентов в учебный процесс.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планируем поэтапное внедрение приложения, начиная с разработки и тестирования. Пилотное внедрение в учебных заведениях позволит нам собрать обратную связь и доработать продукт.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заключении подведем итоги и выделим основные преимущества нашего приложения. Рекомендуем интегрировать его в образовательный процесс для повышения эффективности обучения и вовлеченности студентов.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515600" cy="438912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554480"/>
            <a:ext cx="9692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F4E79"/>
                </a:solidFill>
                <a:latin typeface="Aptos"/>
              </a:defRPr>
            </a:pPr>
            <a:r>
              <a:t>AI-приложение для генерации презентаций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Инновационные решения для образовательного процесса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9BD5"/>
                </a:solidFill>
                <a:latin typeface="Aptos"/>
              </a:defRPr>
            </a:pPr>
            <a:r>
              <a:t>Style: modern_corporate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Введение в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Обзор проблемы: создание презентаций занимает много времени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Необходимость автоматизации процесса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Цели и задачи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часы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Иллюстрация, показывающая часы и презентацию, символизирующая экономию времени.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Контекст и актуальность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DCE6F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Рост использования технологий в образовании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Потребность в эффективных инструментах для преподавателей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Анализ существующих решений на рынке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график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Графика, показывающая рост технологий в образовании, например, диаграмма или график.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Технологические аспекты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Искусственный интеллект и машинное обучение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Обработка естественного языка (NLP)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Интеграция с существующими платформами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искусственный интеллект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Схема, иллюстрирующая технологии ИИ и NLP, например, мозг с цифровыми элементами.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Функциональные возможности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3154680"/>
            <a:ext cx="9875520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Генерация слайдов на основе текстового ввода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Автоматическое создание графиков и диаграмм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Подбор шаблонов и стилей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Пользовательский 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Простой и интуитивно понятный дизайн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Поддержка различных форматов ввода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Доступность на мобильных устройствах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интерфейс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Скриншот интерфейса приложения с акцентом на простоту использования.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Прикладная ценность для преподавателей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DCE6F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Сокращение времени на подготовку материалов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Улучшение качества презентаций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Повышение вовлеченности студентов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DCE6F1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F4E79"/>
                </a:solidFill>
                <a:latin typeface="Aptos"/>
              </a:defRPr>
            </a:pPr>
            <a:r>
              <a:t>преподаватель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Иллюстрация, показывающая преподавателя, использующего приложение в классе.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937"/>
                </a:solidFill>
                <a:latin typeface="Aptos"/>
              </a:defRPr>
            </a:pPr>
            <a:r>
              <a:t>Планы по внедрению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3154680"/>
            <a:ext cx="9875520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Этапы разработки и тестирования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Пилотное внедрение в учебных заведениях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Aptos"/>
              </a:defRPr>
            </a:pPr>
            <a:r>
              <a:t>Обратная связь и доработка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Заключение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Иллюстрация, символизирующая успех и рекомендации, например, рукопожатие.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241280" cy="24688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  <a:latin typeface="Aptos"/>
              </a:defRPr>
            </a:pPr>
            <a:r>
              <a:t>Краткое резюме преимуществ приложения</a:t>
            </a:r>
          </a:p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Рекомендации по интеграции в образовательный процесс</a:t>
            </a:r>
          </a:p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Призыв к действию для заинтересованных сторон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