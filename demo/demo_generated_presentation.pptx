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Demo: AI Presentation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Пример экспортируемой презентации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Подготовка презентаций занимает много времени</a:t>
            </a:r>
          </a:p>
          <a:p>
            <a:pPr>
              <a:defRPr sz="2200"/>
            </a:pPr>
            <a:r>
              <a:t>Нужны структура, текст и единый стиль</a:t>
            </a:r>
          </a:p>
          <a:p>
            <a:pPr>
              <a:defRPr sz="2200"/>
            </a:pPr>
            <a:r>
              <a:t>Корпоративные знания часто не используются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280160"/>
            <a:ext cx="3474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Visual idea</a:t>
            </a:r>
          </a:p>
          <a:p>
            <a:pPr>
              <a:defRPr sz="1400"/>
            </a:pPr>
            <a:r>
              <a:t>Человек собирает презентацию из разрозненных блоков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Пользователь вводит тему и цель</a:t>
            </a:r>
          </a:p>
          <a:p>
            <a:pPr>
              <a:defRPr sz="2200"/>
            </a:pPr>
            <a:r>
              <a:t>3 агента совместно создают презентацию</a:t>
            </a:r>
          </a:p>
          <a:p>
            <a:pPr>
              <a:defRPr sz="2200"/>
            </a:pPr>
            <a:r>
              <a:t>RAG подтягивает знания из документов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280160"/>
            <a:ext cx="3474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Visual idea</a:t>
            </a:r>
          </a:p>
          <a:p>
            <a:pPr>
              <a:defRPr sz="1400"/>
            </a:pPr>
            <a:r>
              <a:t>Схема planner-writer-designer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Готовый .pptx файл</a:t>
            </a:r>
          </a:p>
          <a:p>
            <a:pPr>
              <a:defRPr sz="2200"/>
            </a:pPr>
            <a:r>
              <a:t>Логичная структура слайдов</a:t>
            </a:r>
          </a:p>
          <a:p>
            <a:pPr>
              <a:defRPr sz="2200"/>
            </a:pPr>
            <a:r>
              <a:t>Основа для дальнейшего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280160"/>
            <a:ext cx="3474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Visual idea</a:t>
            </a:r>
          </a:p>
          <a:p>
            <a:pPr>
              <a:defRPr sz="1400"/>
            </a:pPr>
            <a:r>
              <a:t>Иконка выгрузки PowerPoint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Источники / RAG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demo.pdf: Пример источника для RAG....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